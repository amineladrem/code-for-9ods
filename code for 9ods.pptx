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21" r:id="rId2"/>
    <p:sldMasterId id="2147483742" r:id="rId3"/>
  </p:sldMasterIdLst>
  <p:sldIdLst>
    <p:sldId id="390" r:id="rId4"/>
    <p:sldId id="281" r:id="rId5"/>
    <p:sldId id="262" r:id="rId6"/>
    <p:sldId id="394" r:id="rId7"/>
    <p:sldId id="322" r:id="rId8"/>
    <p:sldId id="395" r:id="rId9"/>
    <p:sldId id="406" r:id="rId10"/>
    <p:sldId id="407" r:id="rId11"/>
    <p:sldId id="402" r:id="rId12"/>
    <p:sldId id="40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1629"/>
    <a:srgbClr val="007C38"/>
    <a:srgbClr val="B40F22"/>
    <a:srgbClr val="EF258A"/>
    <a:srgbClr val="002A7A"/>
    <a:srgbClr val="194493"/>
    <a:srgbClr val="E72F41"/>
    <a:srgbClr val="CCFF33"/>
    <a:srgbClr val="001C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81" d="100"/>
          <a:sy n="81" d="100"/>
        </p:scale>
        <p:origin x="706" y="3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C47C7-55FB-4A43-9761-2389734534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F9004F2-5602-4DD8-B5AA-CE113BF8F1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4261D7F-6984-4CD3-A930-7DD04E59AA6D}"/>
              </a:ext>
            </a:extLst>
          </p:cNvPr>
          <p:cNvSpPr>
            <a:spLocks noGrp="1"/>
          </p:cNvSpPr>
          <p:nvPr>
            <p:ph type="dt" sz="half" idx="10"/>
          </p:nvPr>
        </p:nvSpPr>
        <p:spPr/>
        <p:txBody>
          <a:bodyPr/>
          <a:lstStyle/>
          <a:p>
            <a:fld id="{4EAA740D-5C2A-4F1D-B82A-9ABAE18340D9}" type="datetimeFigureOut">
              <a:rPr lang="en-GB" smtClean="0"/>
              <a:t>05/11/2023</a:t>
            </a:fld>
            <a:endParaRPr lang="en-GB"/>
          </a:p>
        </p:txBody>
      </p:sp>
      <p:sp>
        <p:nvSpPr>
          <p:cNvPr id="5" name="Footer Placeholder 4">
            <a:extLst>
              <a:ext uri="{FF2B5EF4-FFF2-40B4-BE49-F238E27FC236}">
                <a16:creationId xmlns:a16="http://schemas.microsoft.com/office/drawing/2014/main" id="{0CA6AF8D-24C1-4366-8AF7-27F73C3ED6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27405AC-28B5-4D45-9759-AF7B4C73F862}"/>
              </a:ext>
            </a:extLst>
          </p:cNvPr>
          <p:cNvSpPr>
            <a:spLocks noGrp="1"/>
          </p:cNvSpPr>
          <p:nvPr>
            <p:ph type="sldNum" sz="quarter" idx="12"/>
          </p:nvPr>
        </p:nvSpPr>
        <p:spPr/>
        <p:txBody>
          <a:bodyPr/>
          <a:lstStyle/>
          <a:p>
            <a:fld id="{1961462A-495E-4E84-B7D2-F25738525BBA}" type="slidenum">
              <a:rPr lang="en-GB" smtClean="0"/>
              <a:t>‹#›</a:t>
            </a:fld>
            <a:endParaRPr lang="en-GB"/>
          </a:p>
        </p:txBody>
      </p:sp>
    </p:spTree>
    <p:extLst>
      <p:ext uri="{BB962C8B-B14F-4D97-AF65-F5344CB8AC3E}">
        <p14:creationId xmlns:p14="http://schemas.microsoft.com/office/powerpoint/2010/main" val="3046500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3E596-30F3-4E21-8BB8-3B2F683DCD8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07DAA57-607E-462A-B0C1-6B4DBDC70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E24008F-16E1-4DA0-9F9C-FFA7A6FD3A1D}"/>
              </a:ext>
            </a:extLst>
          </p:cNvPr>
          <p:cNvSpPr>
            <a:spLocks noGrp="1"/>
          </p:cNvSpPr>
          <p:nvPr>
            <p:ph type="dt" sz="half" idx="10"/>
          </p:nvPr>
        </p:nvSpPr>
        <p:spPr/>
        <p:txBody>
          <a:bodyPr/>
          <a:lstStyle/>
          <a:p>
            <a:fld id="{4EAA740D-5C2A-4F1D-B82A-9ABAE18340D9}" type="datetimeFigureOut">
              <a:rPr lang="en-GB" smtClean="0"/>
              <a:t>05/11/2023</a:t>
            </a:fld>
            <a:endParaRPr lang="en-GB"/>
          </a:p>
        </p:txBody>
      </p:sp>
      <p:sp>
        <p:nvSpPr>
          <p:cNvPr id="5" name="Footer Placeholder 4">
            <a:extLst>
              <a:ext uri="{FF2B5EF4-FFF2-40B4-BE49-F238E27FC236}">
                <a16:creationId xmlns:a16="http://schemas.microsoft.com/office/drawing/2014/main" id="{FC13D26C-6899-4EBE-8A03-9C7A236AD1D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056CEA-896C-4DDE-A426-903C0EDA4DF7}"/>
              </a:ext>
            </a:extLst>
          </p:cNvPr>
          <p:cNvSpPr>
            <a:spLocks noGrp="1"/>
          </p:cNvSpPr>
          <p:nvPr>
            <p:ph type="sldNum" sz="quarter" idx="12"/>
          </p:nvPr>
        </p:nvSpPr>
        <p:spPr/>
        <p:txBody>
          <a:bodyPr/>
          <a:lstStyle/>
          <a:p>
            <a:fld id="{1961462A-495E-4E84-B7D2-F25738525BBA}" type="slidenum">
              <a:rPr lang="en-GB" smtClean="0"/>
              <a:t>‹#›</a:t>
            </a:fld>
            <a:endParaRPr lang="en-GB"/>
          </a:p>
        </p:txBody>
      </p:sp>
    </p:spTree>
    <p:extLst>
      <p:ext uri="{BB962C8B-B14F-4D97-AF65-F5344CB8AC3E}">
        <p14:creationId xmlns:p14="http://schemas.microsoft.com/office/powerpoint/2010/main" val="3073889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FDCA-B94F-4AE6-8638-8138A3EF1A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57980B-78F4-4870-82DE-B43AAEE75A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058910-0C63-4EC6-8F31-3EB9D05C849A}"/>
              </a:ext>
            </a:extLst>
          </p:cNvPr>
          <p:cNvSpPr>
            <a:spLocks noGrp="1"/>
          </p:cNvSpPr>
          <p:nvPr>
            <p:ph type="dt" sz="half" idx="10"/>
          </p:nvPr>
        </p:nvSpPr>
        <p:spPr/>
        <p:txBody>
          <a:bodyPr/>
          <a:lstStyle/>
          <a:p>
            <a:fld id="{4EAA740D-5C2A-4F1D-B82A-9ABAE18340D9}" type="datetimeFigureOut">
              <a:rPr lang="en-GB" smtClean="0"/>
              <a:t>05/11/2023</a:t>
            </a:fld>
            <a:endParaRPr lang="en-GB"/>
          </a:p>
        </p:txBody>
      </p:sp>
      <p:sp>
        <p:nvSpPr>
          <p:cNvPr id="5" name="Footer Placeholder 4">
            <a:extLst>
              <a:ext uri="{FF2B5EF4-FFF2-40B4-BE49-F238E27FC236}">
                <a16:creationId xmlns:a16="http://schemas.microsoft.com/office/drawing/2014/main" id="{42CB206B-957C-4130-A668-2629A0DFB0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B163EB-A37B-4EB2-9162-FDC1556C2C0F}"/>
              </a:ext>
            </a:extLst>
          </p:cNvPr>
          <p:cNvSpPr>
            <a:spLocks noGrp="1"/>
          </p:cNvSpPr>
          <p:nvPr>
            <p:ph type="sldNum" sz="quarter" idx="12"/>
          </p:nvPr>
        </p:nvSpPr>
        <p:spPr/>
        <p:txBody>
          <a:bodyPr/>
          <a:lstStyle/>
          <a:p>
            <a:fld id="{1961462A-495E-4E84-B7D2-F25738525BBA}" type="slidenum">
              <a:rPr lang="en-GB" smtClean="0"/>
              <a:t>‹#›</a:t>
            </a:fld>
            <a:endParaRPr lang="en-GB"/>
          </a:p>
        </p:txBody>
      </p:sp>
    </p:spTree>
    <p:extLst>
      <p:ext uri="{BB962C8B-B14F-4D97-AF65-F5344CB8AC3E}">
        <p14:creationId xmlns:p14="http://schemas.microsoft.com/office/powerpoint/2010/main" val="1385437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2403D-F80D-43A0-9B3B-B4F9D79061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C206AA0-7765-4213-86F7-3CD5AE2341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44D10CB-91FC-4A86-99F3-B239C9D3B5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82C3B03-481C-4569-B0F9-78C17E8EB690}"/>
              </a:ext>
            </a:extLst>
          </p:cNvPr>
          <p:cNvSpPr>
            <a:spLocks noGrp="1"/>
          </p:cNvSpPr>
          <p:nvPr>
            <p:ph type="dt" sz="half" idx="10"/>
          </p:nvPr>
        </p:nvSpPr>
        <p:spPr/>
        <p:txBody>
          <a:bodyPr/>
          <a:lstStyle/>
          <a:p>
            <a:fld id="{4EAA740D-5C2A-4F1D-B82A-9ABAE18340D9}" type="datetimeFigureOut">
              <a:rPr lang="en-GB" smtClean="0"/>
              <a:t>05/11/2023</a:t>
            </a:fld>
            <a:endParaRPr lang="en-GB"/>
          </a:p>
        </p:txBody>
      </p:sp>
      <p:sp>
        <p:nvSpPr>
          <p:cNvPr id="6" name="Footer Placeholder 5">
            <a:extLst>
              <a:ext uri="{FF2B5EF4-FFF2-40B4-BE49-F238E27FC236}">
                <a16:creationId xmlns:a16="http://schemas.microsoft.com/office/drawing/2014/main" id="{3F43B7D1-B88E-4344-A407-5C34FCFA343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39397EF-6914-4010-BB58-026D905FB6EA}"/>
              </a:ext>
            </a:extLst>
          </p:cNvPr>
          <p:cNvSpPr>
            <a:spLocks noGrp="1"/>
          </p:cNvSpPr>
          <p:nvPr>
            <p:ph type="sldNum" sz="quarter" idx="12"/>
          </p:nvPr>
        </p:nvSpPr>
        <p:spPr/>
        <p:txBody>
          <a:bodyPr/>
          <a:lstStyle/>
          <a:p>
            <a:fld id="{1961462A-495E-4E84-B7D2-F25738525BBA}" type="slidenum">
              <a:rPr lang="en-GB" smtClean="0"/>
              <a:t>‹#›</a:t>
            </a:fld>
            <a:endParaRPr lang="en-GB"/>
          </a:p>
        </p:txBody>
      </p:sp>
    </p:spTree>
    <p:extLst>
      <p:ext uri="{BB962C8B-B14F-4D97-AF65-F5344CB8AC3E}">
        <p14:creationId xmlns:p14="http://schemas.microsoft.com/office/powerpoint/2010/main" val="1491500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499AF-7D9A-42B1-98EF-C0E9E208BD5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8BBF1C4-1025-47D0-8149-E1F3E911A7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CFF13A-A2B8-4917-BD16-3C39AB60E8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22D0944-444A-4268-9E28-CB4C37A057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0B57C8-C652-406B-95C2-DF4227A64A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9A77FD-2BFE-4065-AFD4-D92603B832B9}"/>
              </a:ext>
            </a:extLst>
          </p:cNvPr>
          <p:cNvSpPr>
            <a:spLocks noGrp="1"/>
          </p:cNvSpPr>
          <p:nvPr>
            <p:ph type="dt" sz="half" idx="10"/>
          </p:nvPr>
        </p:nvSpPr>
        <p:spPr/>
        <p:txBody>
          <a:bodyPr/>
          <a:lstStyle/>
          <a:p>
            <a:fld id="{4EAA740D-5C2A-4F1D-B82A-9ABAE18340D9}" type="datetimeFigureOut">
              <a:rPr lang="en-GB" smtClean="0"/>
              <a:t>05/11/2023</a:t>
            </a:fld>
            <a:endParaRPr lang="en-GB"/>
          </a:p>
        </p:txBody>
      </p:sp>
      <p:sp>
        <p:nvSpPr>
          <p:cNvPr id="8" name="Footer Placeholder 7">
            <a:extLst>
              <a:ext uri="{FF2B5EF4-FFF2-40B4-BE49-F238E27FC236}">
                <a16:creationId xmlns:a16="http://schemas.microsoft.com/office/drawing/2014/main" id="{931832AA-DA04-40F9-AFED-462F82188C4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633CE15-96EA-449E-933E-50D0BE613389}"/>
              </a:ext>
            </a:extLst>
          </p:cNvPr>
          <p:cNvSpPr>
            <a:spLocks noGrp="1"/>
          </p:cNvSpPr>
          <p:nvPr>
            <p:ph type="sldNum" sz="quarter" idx="12"/>
          </p:nvPr>
        </p:nvSpPr>
        <p:spPr/>
        <p:txBody>
          <a:bodyPr/>
          <a:lstStyle/>
          <a:p>
            <a:fld id="{1961462A-495E-4E84-B7D2-F25738525BBA}" type="slidenum">
              <a:rPr lang="en-GB" smtClean="0"/>
              <a:t>‹#›</a:t>
            </a:fld>
            <a:endParaRPr lang="en-GB"/>
          </a:p>
        </p:txBody>
      </p:sp>
    </p:spTree>
    <p:extLst>
      <p:ext uri="{BB962C8B-B14F-4D97-AF65-F5344CB8AC3E}">
        <p14:creationId xmlns:p14="http://schemas.microsoft.com/office/powerpoint/2010/main" val="65571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F34F-EAF1-43BE-99BE-0DC942A2B9E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AF5C0D0-367C-4C4E-813F-95F46DD9510F}"/>
              </a:ext>
            </a:extLst>
          </p:cNvPr>
          <p:cNvSpPr>
            <a:spLocks noGrp="1"/>
          </p:cNvSpPr>
          <p:nvPr>
            <p:ph type="dt" sz="half" idx="10"/>
          </p:nvPr>
        </p:nvSpPr>
        <p:spPr/>
        <p:txBody>
          <a:bodyPr/>
          <a:lstStyle/>
          <a:p>
            <a:fld id="{4EAA740D-5C2A-4F1D-B82A-9ABAE18340D9}" type="datetimeFigureOut">
              <a:rPr lang="en-GB" smtClean="0"/>
              <a:t>05/11/2023</a:t>
            </a:fld>
            <a:endParaRPr lang="en-GB"/>
          </a:p>
        </p:txBody>
      </p:sp>
      <p:sp>
        <p:nvSpPr>
          <p:cNvPr id="4" name="Footer Placeholder 3">
            <a:extLst>
              <a:ext uri="{FF2B5EF4-FFF2-40B4-BE49-F238E27FC236}">
                <a16:creationId xmlns:a16="http://schemas.microsoft.com/office/drawing/2014/main" id="{AF840417-2C2F-4DA9-B905-37EEE882F5C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715A667-2A5E-4C11-A908-6653E073CB52}"/>
              </a:ext>
            </a:extLst>
          </p:cNvPr>
          <p:cNvSpPr>
            <a:spLocks noGrp="1"/>
          </p:cNvSpPr>
          <p:nvPr>
            <p:ph type="sldNum" sz="quarter" idx="12"/>
          </p:nvPr>
        </p:nvSpPr>
        <p:spPr/>
        <p:txBody>
          <a:bodyPr/>
          <a:lstStyle/>
          <a:p>
            <a:fld id="{1961462A-495E-4E84-B7D2-F25738525BBA}" type="slidenum">
              <a:rPr lang="en-GB" smtClean="0"/>
              <a:t>‹#›</a:t>
            </a:fld>
            <a:endParaRPr lang="en-GB"/>
          </a:p>
        </p:txBody>
      </p:sp>
    </p:spTree>
    <p:extLst>
      <p:ext uri="{BB962C8B-B14F-4D97-AF65-F5344CB8AC3E}">
        <p14:creationId xmlns:p14="http://schemas.microsoft.com/office/powerpoint/2010/main" val="2102276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EE4185-4DE1-43BF-99A2-CB730710EE59}"/>
              </a:ext>
            </a:extLst>
          </p:cNvPr>
          <p:cNvSpPr>
            <a:spLocks noGrp="1"/>
          </p:cNvSpPr>
          <p:nvPr>
            <p:ph type="dt" sz="half" idx="10"/>
          </p:nvPr>
        </p:nvSpPr>
        <p:spPr/>
        <p:txBody>
          <a:bodyPr/>
          <a:lstStyle/>
          <a:p>
            <a:fld id="{4EAA740D-5C2A-4F1D-B82A-9ABAE18340D9}" type="datetimeFigureOut">
              <a:rPr lang="en-GB" smtClean="0"/>
              <a:t>05/11/2023</a:t>
            </a:fld>
            <a:endParaRPr lang="en-GB"/>
          </a:p>
        </p:txBody>
      </p:sp>
      <p:sp>
        <p:nvSpPr>
          <p:cNvPr id="3" name="Footer Placeholder 2">
            <a:extLst>
              <a:ext uri="{FF2B5EF4-FFF2-40B4-BE49-F238E27FC236}">
                <a16:creationId xmlns:a16="http://schemas.microsoft.com/office/drawing/2014/main" id="{46874E70-2215-4620-96B3-C7BA8441144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D09375C-85AF-4CE8-B159-F58A520A3E6D}"/>
              </a:ext>
            </a:extLst>
          </p:cNvPr>
          <p:cNvSpPr>
            <a:spLocks noGrp="1"/>
          </p:cNvSpPr>
          <p:nvPr>
            <p:ph type="sldNum" sz="quarter" idx="12"/>
          </p:nvPr>
        </p:nvSpPr>
        <p:spPr/>
        <p:txBody>
          <a:bodyPr/>
          <a:lstStyle/>
          <a:p>
            <a:fld id="{1961462A-495E-4E84-B7D2-F25738525BBA}" type="slidenum">
              <a:rPr lang="en-GB" smtClean="0"/>
              <a:t>‹#›</a:t>
            </a:fld>
            <a:endParaRPr lang="en-GB"/>
          </a:p>
        </p:txBody>
      </p:sp>
    </p:spTree>
    <p:extLst>
      <p:ext uri="{BB962C8B-B14F-4D97-AF65-F5344CB8AC3E}">
        <p14:creationId xmlns:p14="http://schemas.microsoft.com/office/powerpoint/2010/main" val="2124960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F04BB-FE15-41AD-A230-5B2972E446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CABA404-1A80-47CF-91D4-54E3019CC4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EFDEF29-6456-4A67-A464-533FC8CDE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811871-0802-4C86-8144-88EF8BF05064}"/>
              </a:ext>
            </a:extLst>
          </p:cNvPr>
          <p:cNvSpPr>
            <a:spLocks noGrp="1"/>
          </p:cNvSpPr>
          <p:nvPr>
            <p:ph type="dt" sz="half" idx="10"/>
          </p:nvPr>
        </p:nvSpPr>
        <p:spPr/>
        <p:txBody>
          <a:bodyPr/>
          <a:lstStyle/>
          <a:p>
            <a:fld id="{4EAA740D-5C2A-4F1D-B82A-9ABAE18340D9}" type="datetimeFigureOut">
              <a:rPr lang="en-GB" smtClean="0"/>
              <a:t>05/11/2023</a:t>
            </a:fld>
            <a:endParaRPr lang="en-GB"/>
          </a:p>
        </p:txBody>
      </p:sp>
      <p:sp>
        <p:nvSpPr>
          <p:cNvPr id="6" name="Footer Placeholder 5">
            <a:extLst>
              <a:ext uri="{FF2B5EF4-FFF2-40B4-BE49-F238E27FC236}">
                <a16:creationId xmlns:a16="http://schemas.microsoft.com/office/drawing/2014/main" id="{9FE384FC-F90E-4697-B746-C1A2A95A033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EDF77D7-F131-4397-8AC6-73F002ABCC3D}"/>
              </a:ext>
            </a:extLst>
          </p:cNvPr>
          <p:cNvSpPr>
            <a:spLocks noGrp="1"/>
          </p:cNvSpPr>
          <p:nvPr>
            <p:ph type="sldNum" sz="quarter" idx="12"/>
          </p:nvPr>
        </p:nvSpPr>
        <p:spPr/>
        <p:txBody>
          <a:bodyPr/>
          <a:lstStyle/>
          <a:p>
            <a:fld id="{1961462A-495E-4E84-B7D2-F25738525BBA}" type="slidenum">
              <a:rPr lang="en-GB" smtClean="0"/>
              <a:t>‹#›</a:t>
            </a:fld>
            <a:endParaRPr lang="en-GB"/>
          </a:p>
        </p:txBody>
      </p:sp>
    </p:spTree>
    <p:extLst>
      <p:ext uri="{BB962C8B-B14F-4D97-AF65-F5344CB8AC3E}">
        <p14:creationId xmlns:p14="http://schemas.microsoft.com/office/powerpoint/2010/main" val="2244684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FF6B0-D698-48ED-A92F-1648CFD01D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9F2F22D-4A7E-4DB9-9BAB-E9EAEE1BD0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679B6C7-7A46-4598-B35C-7A411CCFD4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A4A168-085A-4EBD-B930-E8429A42EB3C}"/>
              </a:ext>
            </a:extLst>
          </p:cNvPr>
          <p:cNvSpPr>
            <a:spLocks noGrp="1"/>
          </p:cNvSpPr>
          <p:nvPr>
            <p:ph type="dt" sz="half" idx="10"/>
          </p:nvPr>
        </p:nvSpPr>
        <p:spPr/>
        <p:txBody>
          <a:bodyPr/>
          <a:lstStyle/>
          <a:p>
            <a:fld id="{4EAA740D-5C2A-4F1D-B82A-9ABAE18340D9}" type="datetimeFigureOut">
              <a:rPr lang="en-GB" smtClean="0"/>
              <a:t>05/11/2023</a:t>
            </a:fld>
            <a:endParaRPr lang="en-GB"/>
          </a:p>
        </p:txBody>
      </p:sp>
      <p:sp>
        <p:nvSpPr>
          <p:cNvPr id="6" name="Footer Placeholder 5">
            <a:extLst>
              <a:ext uri="{FF2B5EF4-FFF2-40B4-BE49-F238E27FC236}">
                <a16:creationId xmlns:a16="http://schemas.microsoft.com/office/drawing/2014/main" id="{6C3A5EB4-E43D-47B0-B783-1FE1ECE2993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1F67C38-AE8D-49C9-A775-094699AEE8F8}"/>
              </a:ext>
            </a:extLst>
          </p:cNvPr>
          <p:cNvSpPr>
            <a:spLocks noGrp="1"/>
          </p:cNvSpPr>
          <p:nvPr>
            <p:ph type="sldNum" sz="quarter" idx="12"/>
          </p:nvPr>
        </p:nvSpPr>
        <p:spPr/>
        <p:txBody>
          <a:bodyPr/>
          <a:lstStyle/>
          <a:p>
            <a:fld id="{1961462A-495E-4E84-B7D2-F25738525BBA}" type="slidenum">
              <a:rPr lang="en-GB" smtClean="0"/>
              <a:t>‹#›</a:t>
            </a:fld>
            <a:endParaRPr lang="en-GB"/>
          </a:p>
        </p:txBody>
      </p:sp>
    </p:spTree>
    <p:extLst>
      <p:ext uri="{BB962C8B-B14F-4D97-AF65-F5344CB8AC3E}">
        <p14:creationId xmlns:p14="http://schemas.microsoft.com/office/powerpoint/2010/main" val="1149202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7901C-C732-49C8-8A19-3D33303E5D0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2606E1C-BF2D-4FF2-AD25-C8D461FED1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176120-48A3-45ED-878A-1B7100F695C2}"/>
              </a:ext>
            </a:extLst>
          </p:cNvPr>
          <p:cNvSpPr>
            <a:spLocks noGrp="1"/>
          </p:cNvSpPr>
          <p:nvPr>
            <p:ph type="dt" sz="half" idx="10"/>
          </p:nvPr>
        </p:nvSpPr>
        <p:spPr/>
        <p:txBody>
          <a:bodyPr/>
          <a:lstStyle/>
          <a:p>
            <a:fld id="{4EAA740D-5C2A-4F1D-B82A-9ABAE18340D9}" type="datetimeFigureOut">
              <a:rPr lang="en-GB" smtClean="0"/>
              <a:t>05/11/2023</a:t>
            </a:fld>
            <a:endParaRPr lang="en-GB"/>
          </a:p>
        </p:txBody>
      </p:sp>
      <p:sp>
        <p:nvSpPr>
          <p:cNvPr id="5" name="Footer Placeholder 4">
            <a:extLst>
              <a:ext uri="{FF2B5EF4-FFF2-40B4-BE49-F238E27FC236}">
                <a16:creationId xmlns:a16="http://schemas.microsoft.com/office/drawing/2014/main" id="{B09AE2C1-C8EF-47EF-AAB4-55521E2B1AF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42F9FD-EB59-479C-8A11-3950E3446D6F}"/>
              </a:ext>
            </a:extLst>
          </p:cNvPr>
          <p:cNvSpPr>
            <a:spLocks noGrp="1"/>
          </p:cNvSpPr>
          <p:nvPr>
            <p:ph type="sldNum" sz="quarter" idx="12"/>
          </p:nvPr>
        </p:nvSpPr>
        <p:spPr/>
        <p:txBody>
          <a:bodyPr/>
          <a:lstStyle/>
          <a:p>
            <a:fld id="{1961462A-495E-4E84-B7D2-F25738525BBA}" type="slidenum">
              <a:rPr lang="en-GB" smtClean="0"/>
              <a:t>‹#›</a:t>
            </a:fld>
            <a:endParaRPr lang="en-GB"/>
          </a:p>
        </p:txBody>
      </p:sp>
    </p:spTree>
    <p:extLst>
      <p:ext uri="{BB962C8B-B14F-4D97-AF65-F5344CB8AC3E}">
        <p14:creationId xmlns:p14="http://schemas.microsoft.com/office/powerpoint/2010/main" val="1889945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E14D21-4EF9-4232-913B-90BED2EDA4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9F021D0-07C6-47D0-BED4-A66987E3C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7904F5D-10B1-471C-B092-62DD99F2FE0A}"/>
              </a:ext>
            </a:extLst>
          </p:cNvPr>
          <p:cNvSpPr>
            <a:spLocks noGrp="1"/>
          </p:cNvSpPr>
          <p:nvPr>
            <p:ph type="dt" sz="half" idx="10"/>
          </p:nvPr>
        </p:nvSpPr>
        <p:spPr/>
        <p:txBody>
          <a:bodyPr/>
          <a:lstStyle/>
          <a:p>
            <a:fld id="{4EAA740D-5C2A-4F1D-B82A-9ABAE18340D9}" type="datetimeFigureOut">
              <a:rPr lang="en-GB" smtClean="0"/>
              <a:t>05/11/2023</a:t>
            </a:fld>
            <a:endParaRPr lang="en-GB"/>
          </a:p>
        </p:txBody>
      </p:sp>
      <p:sp>
        <p:nvSpPr>
          <p:cNvPr id="5" name="Footer Placeholder 4">
            <a:extLst>
              <a:ext uri="{FF2B5EF4-FFF2-40B4-BE49-F238E27FC236}">
                <a16:creationId xmlns:a16="http://schemas.microsoft.com/office/drawing/2014/main" id="{C1026FE9-D285-4726-88C6-9347D0BC74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27948A2-238D-447A-A4F0-3BCBA75DB18D}"/>
              </a:ext>
            </a:extLst>
          </p:cNvPr>
          <p:cNvSpPr>
            <a:spLocks noGrp="1"/>
          </p:cNvSpPr>
          <p:nvPr>
            <p:ph type="sldNum" sz="quarter" idx="12"/>
          </p:nvPr>
        </p:nvSpPr>
        <p:spPr/>
        <p:txBody>
          <a:bodyPr/>
          <a:lstStyle/>
          <a:p>
            <a:fld id="{1961462A-495E-4E84-B7D2-F25738525BBA}" type="slidenum">
              <a:rPr lang="en-GB" smtClean="0"/>
              <a:t>‹#›</a:t>
            </a:fld>
            <a:endParaRPr lang="en-GB"/>
          </a:p>
        </p:txBody>
      </p:sp>
    </p:spTree>
    <p:extLst>
      <p:ext uri="{BB962C8B-B14F-4D97-AF65-F5344CB8AC3E}">
        <p14:creationId xmlns:p14="http://schemas.microsoft.com/office/powerpoint/2010/main" val="642501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4609D91-0B8A-4137-B739-C0FFC206EE3F}"/>
              </a:ext>
            </a:extLst>
          </p:cNvPr>
          <p:cNvSpPr>
            <a:spLocks noGrp="1"/>
          </p:cNvSpPr>
          <p:nvPr>
            <p:ph type="pic" sz="quarter" idx="10"/>
          </p:nvPr>
        </p:nvSpPr>
        <p:spPr>
          <a:xfrm>
            <a:off x="884237" y="1111250"/>
            <a:ext cx="2168525" cy="2168525"/>
          </a:xfrm>
          <a:prstGeom prst="ellipse">
            <a:avLst/>
          </a:prstGeom>
        </p:spPr>
        <p:txBody>
          <a:bodyPr/>
          <a:lstStyle/>
          <a:p>
            <a:endParaRPr lang="en-GB"/>
          </a:p>
        </p:txBody>
      </p:sp>
      <p:sp>
        <p:nvSpPr>
          <p:cNvPr id="13" name="Text Placeholder 12">
            <a:extLst>
              <a:ext uri="{FF2B5EF4-FFF2-40B4-BE49-F238E27FC236}">
                <a16:creationId xmlns:a16="http://schemas.microsoft.com/office/drawing/2014/main" id="{F76B1254-B95A-4D3A-A56B-B2EF717A4B10}"/>
              </a:ext>
            </a:extLst>
          </p:cNvPr>
          <p:cNvSpPr>
            <a:spLocks noGrp="1"/>
          </p:cNvSpPr>
          <p:nvPr>
            <p:ph type="body" sz="quarter" idx="11"/>
          </p:nvPr>
        </p:nvSpPr>
        <p:spPr>
          <a:xfrm>
            <a:off x="5686425" y="1133475"/>
            <a:ext cx="5210175"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33069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4609D91-0B8A-4137-B739-C0FFC206EE3F}"/>
              </a:ext>
            </a:extLst>
          </p:cNvPr>
          <p:cNvSpPr>
            <a:spLocks noGrp="1"/>
          </p:cNvSpPr>
          <p:nvPr>
            <p:ph type="pic" sz="quarter" idx="10"/>
          </p:nvPr>
        </p:nvSpPr>
        <p:spPr>
          <a:xfrm>
            <a:off x="985837" y="1585912"/>
            <a:ext cx="3686175" cy="3686175"/>
          </a:xfrm>
          <a:prstGeom prst="ellipse">
            <a:avLst/>
          </a:prstGeom>
        </p:spPr>
        <p:txBody>
          <a:bodyPr/>
          <a:lstStyle/>
          <a:p>
            <a:endParaRPr lang="en-GB"/>
          </a:p>
        </p:txBody>
      </p:sp>
      <p:sp>
        <p:nvSpPr>
          <p:cNvPr id="13" name="Text Placeholder 12">
            <a:extLst>
              <a:ext uri="{FF2B5EF4-FFF2-40B4-BE49-F238E27FC236}">
                <a16:creationId xmlns:a16="http://schemas.microsoft.com/office/drawing/2014/main" id="{F76B1254-B95A-4D3A-A56B-B2EF717A4B10}"/>
              </a:ext>
            </a:extLst>
          </p:cNvPr>
          <p:cNvSpPr>
            <a:spLocks noGrp="1"/>
          </p:cNvSpPr>
          <p:nvPr>
            <p:ph type="body" sz="quarter" idx="11"/>
          </p:nvPr>
        </p:nvSpPr>
        <p:spPr>
          <a:xfrm>
            <a:off x="5686425" y="1133475"/>
            <a:ext cx="5210175"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870201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BAE24-6A49-45EA-9566-9C38D64261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52518F6-3ED1-4049-8A70-73AA9E11EF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630FD06-0728-489C-9309-8E5885E74903}"/>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C0EA6248-6DE7-48EF-84CE-E9311D6391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9F6AC7-322C-4B78-A77F-9FC20C19DEE5}"/>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2315509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65FBA-3A5D-4E32-AA43-25E112B8710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1F829EB-E409-4770-B2DC-095C9983C5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D0FECB4-E413-4F5F-AC16-F300D4915A97}"/>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8A277514-920D-4587-ADD2-7862BB81765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F0627FB-334B-4BE5-8697-2687CF8E8C1E}"/>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1861256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6DD91-BF0E-4564-A729-1B75F9B059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ECC8EB8-79DC-4105-BF59-59E1F8E321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B03A96-E364-4A11-9EDF-8857088CF685}"/>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584501C0-5D7A-4501-8656-70FBDB16D0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65BBD1-8648-43B5-B582-0604EE209AAE}"/>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3789636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417BC-5BB9-4C29-AD8D-32C158AF97A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0F82FEC-A951-4D8C-AE1E-BDE3AE5305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00B5435-6C7C-4885-B164-B5E9E804C9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E800756-433C-46D9-8C2D-ABFAF158CD36}"/>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6" name="Footer Placeholder 5">
            <a:extLst>
              <a:ext uri="{FF2B5EF4-FFF2-40B4-BE49-F238E27FC236}">
                <a16:creationId xmlns:a16="http://schemas.microsoft.com/office/drawing/2014/main" id="{E5021F95-C869-4F40-B469-F59CBA631DA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BAF97EE-654E-476B-BA32-B04913E8AF24}"/>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6737548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3D946-156E-4741-B1B5-C870A365092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346D166-3A84-4249-B569-C14800F5DE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AD5C8B-E363-4B6A-AA6F-54E752E9CE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D93A102-3BAC-4229-8D84-66D360668F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4032A6-6F88-415E-AF1D-505D90B1BE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687F4D5-422E-4B1D-B531-F7E8D74125CD}"/>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8" name="Footer Placeholder 7">
            <a:extLst>
              <a:ext uri="{FF2B5EF4-FFF2-40B4-BE49-F238E27FC236}">
                <a16:creationId xmlns:a16="http://schemas.microsoft.com/office/drawing/2014/main" id="{1B1B1A9B-0C21-4A86-BB73-50295391F30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68CCD9C-EA1C-4B74-A4CF-C03C0F2D234E}"/>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31308783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C9C07-69B5-42AC-9BD3-F041AFD9695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432C421-DB49-41A0-BEC2-E20587B49F56}"/>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4" name="Footer Placeholder 3">
            <a:extLst>
              <a:ext uri="{FF2B5EF4-FFF2-40B4-BE49-F238E27FC236}">
                <a16:creationId xmlns:a16="http://schemas.microsoft.com/office/drawing/2014/main" id="{20F3AF6C-0534-49FA-9FE3-FB62B7B8B54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BA2EB39-2555-4D91-963B-B6F9EDCC33CE}"/>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11529453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B04B59-D775-41B3-96BE-77A9A72201C4}"/>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3" name="Footer Placeholder 2">
            <a:extLst>
              <a:ext uri="{FF2B5EF4-FFF2-40B4-BE49-F238E27FC236}">
                <a16:creationId xmlns:a16="http://schemas.microsoft.com/office/drawing/2014/main" id="{5FD27223-0CBF-4D78-B269-7D19C89F17B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7B0B591-9DC3-4C78-89D6-AA2F219ABF4B}"/>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29692173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78D-5886-4A5B-B5C5-4E86C129DD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6A72C43-D5FB-41FF-8D32-FA5350D9D9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47312A0-776B-4FF4-99C3-113836D8D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F42DB2-8068-4BCD-B7A4-9B648E6BB3DC}"/>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6" name="Footer Placeholder 5">
            <a:extLst>
              <a:ext uri="{FF2B5EF4-FFF2-40B4-BE49-F238E27FC236}">
                <a16:creationId xmlns:a16="http://schemas.microsoft.com/office/drawing/2014/main" id="{D55D6FA9-D37A-40D2-B998-DD4E6FDFC05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269CC58-0C39-4E2D-99A7-461A4F5F35CD}"/>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12124616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EDA0-5F22-47D2-A13D-06400971E1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5FEA482-AC92-4F5F-9BEE-6DCA19B51E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3442AB-5529-46E0-A77E-6ABDD21D2D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62EB8-0E6C-498B-80EE-84573F71BC81}"/>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6" name="Footer Placeholder 5">
            <a:extLst>
              <a:ext uri="{FF2B5EF4-FFF2-40B4-BE49-F238E27FC236}">
                <a16:creationId xmlns:a16="http://schemas.microsoft.com/office/drawing/2014/main" id="{7F5EFA47-BC41-40A3-8C23-602A6F2F7B4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C4C5F5-8647-46E0-BDA2-3939B66C9A38}"/>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3387355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617F-13BE-4DDD-82E7-B43FC69B58A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0220F8A-3533-4E37-9A79-95E8FCE905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5D21CF7-ACB2-4ECC-94DE-99FA6094ED37}"/>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342F63F7-37C5-4E00-86A1-A0C2EA80FF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0A13C3-A0F5-4FA9-A7A4-991B61E92EB3}"/>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16830885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B06E1C-47A2-4853-AF3D-2067E56DBC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FFB5A07-2163-446B-A8CB-7EDB38E395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F449175-8A54-457F-8D10-9A959C1C2713}"/>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015F9068-8F8E-40D6-98FD-A1D7A8CB8F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808658-4C7F-400C-BAFB-343826DFD5C9}"/>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28968933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11762EF-5B64-48B4-9883-C21789DE660F}"/>
              </a:ext>
            </a:extLst>
          </p:cNvPr>
          <p:cNvSpPr>
            <a:spLocks noGrp="1"/>
          </p:cNvSpPr>
          <p:nvPr>
            <p:ph type="pic" sz="quarter" idx="13"/>
          </p:nvPr>
        </p:nvSpPr>
        <p:spPr>
          <a:xfrm>
            <a:off x="622911" y="879186"/>
            <a:ext cx="5099632" cy="5099628"/>
          </a:xfrm>
          <a:prstGeom prst="flowChartConnector">
            <a:avLst/>
          </a:prstGeom>
          <a:solidFill>
            <a:schemeClr val="bg1"/>
          </a:solidFill>
        </p:spPr>
        <p:txBody>
          <a:bodyPr/>
          <a:lstStyle>
            <a:lvl1pPr marL="0" indent="0">
              <a:buFontTx/>
              <a:buNone/>
              <a:defRPr/>
            </a:lvl1pPr>
          </a:lstStyle>
          <a:p>
            <a:endParaRPr lang="en-GB"/>
          </a:p>
        </p:txBody>
      </p:sp>
      <p:sp>
        <p:nvSpPr>
          <p:cNvPr id="9" name="Text Placeholder 8">
            <a:extLst>
              <a:ext uri="{FF2B5EF4-FFF2-40B4-BE49-F238E27FC236}">
                <a16:creationId xmlns:a16="http://schemas.microsoft.com/office/drawing/2014/main" id="{372312A5-03EA-42AB-91F3-28E33C501EE3}"/>
              </a:ext>
            </a:extLst>
          </p:cNvPr>
          <p:cNvSpPr>
            <a:spLocks noGrp="1"/>
          </p:cNvSpPr>
          <p:nvPr>
            <p:ph type="body" sz="quarter" idx="14"/>
          </p:nvPr>
        </p:nvSpPr>
        <p:spPr>
          <a:xfrm>
            <a:off x="5996591" y="1911838"/>
            <a:ext cx="6195409" cy="1250603"/>
          </a:xfrm>
        </p:spPr>
        <p:txBody>
          <a:bodyPr>
            <a:normAutofit/>
          </a:bodyPr>
          <a:lstStyle>
            <a:lvl1pPr marL="0" indent="0">
              <a:buFontTx/>
              <a:buNone/>
              <a:defRPr sz="4000">
                <a:solidFill>
                  <a:schemeClr val="bg1"/>
                </a:solidFill>
              </a:defRPr>
            </a:lvl1pPr>
          </a:lstStyle>
          <a:p>
            <a:pPr lvl="0"/>
            <a:r>
              <a:rPr lang="en-US" dirty="0"/>
              <a:t>Click to edit Master text</a:t>
            </a:r>
            <a:endParaRPr lang="en-GB" dirty="0"/>
          </a:p>
        </p:txBody>
      </p:sp>
      <p:sp>
        <p:nvSpPr>
          <p:cNvPr id="17" name="Text Placeholder 10">
            <a:extLst>
              <a:ext uri="{FF2B5EF4-FFF2-40B4-BE49-F238E27FC236}">
                <a16:creationId xmlns:a16="http://schemas.microsoft.com/office/drawing/2014/main" id="{2C00C5FC-BD55-47D9-A1A6-C2FE37778D89}"/>
              </a:ext>
            </a:extLst>
          </p:cNvPr>
          <p:cNvSpPr>
            <a:spLocks noGrp="1"/>
          </p:cNvSpPr>
          <p:nvPr>
            <p:ph type="body" sz="quarter" idx="20"/>
          </p:nvPr>
        </p:nvSpPr>
        <p:spPr>
          <a:xfrm>
            <a:off x="6207095" y="3989894"/>
            <a:ext cx="5616575" cy="454125"/>
          </a:xfrm>
        </p:spPr>
        <p:txBody>
          <a:bodyPr/>
          <a:lstStyle>
            <a:lvl1pPr marL="0" indent="0">
              <a:buFontTx/>
              <a:buNone/>
              <a:defRPr>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10561086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11762EF-5B64-48B4-9883-C21789DE660F}"/>
              </a:ext>
            </a:extLst>
          </p:cNvPr>
          <p:cNvSpPr>
            <a:spLocks noGrp="1"/>
          </p:cNvSpPr>
          <p:nvPr>
            <p:ph type="pic" sz="quarter" idx="13"/>
          </p:nvPr>
        </p:nvSpPr>
        <p:spPr>
          <a:xfrm>
            <a:off x="-2251105" y="-1360991"/>
            <a:ext cx="8458200" cy="8458194"/>
          </a:xfrm>
          <a:prstGeom prst="flowChartConnector">
            <a:avLst/>
          </a:prstGeom>
          <a:solidFill>
            <a:schemeClr val="bg1"/>
          </a:solidFill>
        </p:spPr>
        <p:txBody>
          <a:bodyPr/>
          <a:lstStyle>
            <a:lvl1pPr marL="0" indent="0">
              <a:buFontTx/>
              <a:buNone/>
              <a:defRPr/>
            </a:lvl1pPr>
          </a:lstStyle>
          <a:p>
            <a:endParaRPr lang="en-GB"/>
          </a:p>
        </p:txBody>
      </p:sp>
      <p:sp>
        <p:nvSpPr>
          <p:cNvPr id="9" name="Text Placeholder 8">
            <a:extLst>
              <a:ext uri="{FF2B5EF4-FFF2-40B4-BE49-F238E27FC236}">
                <a16:creationId xmlns:a16="http://schemas.microsoft.com/office/drawing/2014/main" id="{372312A5-03EA-42AB-91F3-28E33C501EE3}"/>
              </a:ext>
            </a:extLst>
          </p:cNvPr>
          <p:cNvSpPr>
            <a:spLocks noGrp="1"/>
          </p:cNvSpPr>
          <p:nvPr>
            <p:ph type="body" sz="quarter" idx="14"/>
          </p:nvPr>
        </p:nvSpPr>
        <p:spPr>
          <a:xfrm>
            <a:off x="5996591" y="1911838"/>
            <a:ext cx="6195409" cy="1250603"/>
          </a:xfrm>
        </p:spPr>
        <p:txBody>
          <a:bodyPr>
            <a:normAutofit/>
          </a:bodyPr>
          <a:lstStyle>
            <a:lvl1pPr marL="0" indent="0">
              <a:buFontTx/>
              <a:buNone/>
              <a:defRPr sz="4000">
                <a:solidFill>
                  <a:schemeClr val="bg1"/>
                </a:solidFill>
              </a:defRPr>
            </a:lvl1pPr>
          </a:lstStyle>
          <a:p>
            <a:pPr lvl="0"/>
            <a:r>
              <a:rPr lang="en-US" dirty="0"/>
              <a:t>Click to edit Master text</a:t>
            </a:r>
            <a:endParaRPr lang="en-GB" dirty="0"/>
          </a:p>
        </p:txBody>
      </p:sp>
      <p:sp>
        <p:nvSpPr>
          <p:cNvPr id="17" name="Text Placeholder 10">
            <a:extLst>
              <a:ext uri="{FF2B5EF4-FFF2-40B4-BE49-F238E27FC236}">
                <a16:creationId xmlns:a16="http://schemas.microsoft.com/office/drawing/2014/main" id="{2C00C5FC-BD55-47D9-A1A6-C2FE37778D89}"/>
              </a:ext>
            </a:extLst>
          </p:cNvPr>
          <p:cNvSpPr>
            <a:spLocks noGrp="1"/>
          </p:cNvSpPr>
          <p:nvPr>
            <p:ph type="body" sz="quarter" idx="20"/>
          </p:nvPr>
        </p:nvSpPr>
        <p:spPr>
          <a:xfrm>
            <a:off x="6207095" y="3989894"/>
            <a:ext cx="5616575" cy="454125"/>
          </a:xfrm>
        </p:spPr>
        <p:txBody>
          <a:bodyPr/>
          <a:lstStyle>
            <a:lvl1pPr marL="0" indent="0">
              <a:buFontTx/>
              <a:buNone/>
              <a:defRPr>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41922531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11762EF-5B64-48B4-9883-C21789DE660F}"/>
              </a:ext>
            </a:extLst>
          </p:cNvPr>
          <p:cNvSpPr>
            <a:spLocks noGrp="1"/>
          </p:cNvSpPr>
          <p:nvPr>
            <p:ph type="pic" sz="quarter" idx="13"/>
          </p:nvPr>
        </p:nvSpPr>
        <p:spPr>
          <a:xfrm>
            <a:off x="4005129" y="671558"/>
            <a:ext cx="4181742" cy="4181740"/>
          </a:xfrm>
          <a:prstGeom prst="flowChartConnector">
            <a:avLst/>
          </a:prstGeom>
          <a:solidFill>
            <a:schemeClr val="bg1"/>
          </a:solidFill>
        </p:spPr>
        <p:txBody>
          <a:bodyPr/>
          <a:lstStyle>
            <a:lvl1pPr marL="0" indent="0">
              <a:buFontTx/>
              <a:buNone/>
              <a:defRPr/>
            </a:lvl1pPr>
          </a:lstStyle>
          <a:p>
            <a:endParaRPr lang="en-GB"/>
          </a:p>
        </p:txBody>
      </p:sp>
      <p:sp>
        <p:nvSpPr>
          <p:cNvPr id="9" name="Text Placeholder 8">
            <a:extLst>
              <a:ext uri="{FF2B5EF4-FFF2-40B4-BE49-F238E27FC236}">
                <a16:creationId xmlns:a16="http://schemas.microsoft.com/office/drawing/2014/main" id="{372312A5-03EA-42AB-91F3-28E33C501EE3}"/>
              </a:ext>
            </a:extLst>
          </p:cNvPr>
          <p:cNvSpPr>
            <a:spLocks noGrp="1"/>
          </p:cNvSpPr>
          <p:nvPr>
            <p:ph type="body" sz="quarter" idx="14"/>
          </p:nvPr>
        </p:nvSpPr>
        <p:spPr>
          <a:xfrm>
            <a:off x="3602488" y="5165409"/>
            <a:ext cx="6195409" cy="1250603"/>
          </a:xfrm>
        </p:spPr>
        <p:txBody>
          <a:bodyPr>
            <a:normAutofit/>
          </a:bodyPr>
          <a:lstStyle>
            <a:lvl1pPr marL="0" indent="0">
              <a:buFontTx/>
              <a:buNone/>
              <a:defRPr sz="4000">
                <a:solidFill>
                  <a:schemeClr val="bg1"/>
                </a:solidFill>
              </a:defRPr>
            </a:lvl1pPr>
          </a:lstStyle>
          <a:p>
            <a:pPr lvl="0"/>
            <a:r>
              <a:rPr lang="en-US" dirty="0"/>
              <a:t>Click to edit Master text</a:t>
            </a:r>
            <a:endParaRPr lang="en-GB" dirty="0"/>
          </a:p>
        </p:txBody>
      </p:sp>
      <p:sp>
        <p:nvSpPr>
          <p:cNvPr id="17" name="Text Placeholder 10">
            <a:extLst>
              <a:ext uri="{FF2B5EF4-FFF2-40B4-BE49-F238E27FC236}">
                <a16:creationId xmlns:a16="http://schemas.microsoft.com/office/drawing/2014/main" id="{2C00C5FC-BD55-47D9-A1A6-C2FE37778D89}"/>
              </a:ext>
            </a:extLst>
          </p:cNvPr>
          <p:cNvSpPr>
            <a:spLocks noGrp="1"/>
          </p:cNvSpPr>
          <p:nvPr>
            <p:ph type="body" sz="quarter" idx="20"/>
          </p:nvPr>
        </p:nvSpPr>
        <p:spPr>
          <a:xfrm>
            <a:off x="3678261" y="6036291"/>
            <a:ext cx="5616575" cy="454125"/>
          </a:xfrm>
        </p:spPr>
        <p:txBody>
          <a:bodyPr/>
          <a:lstStyle>
            <a:lvl1pPr marL="0" indent="0">
              <a:buFontTx/>
              <a:buNone/>
              <a:defRPr>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5163808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56D4422-9AD5-4F57-B03F-7AB2C7088B6F}"/>
              </a:ext>
            </a:extLst>
          </p:cNvPr>
          <p:cNvSpPr>
            <a:spLocks noGrp="1"/>
          </p:cNvSpPr>
          <p:nvPr>
            <p:ph type="pic" sz="quarter" idx="10"/>
          </p:nvPr>
        </p:nvSpPr>
        <p:spPr>
          <a:xfrm>
            <a:off x="6024126" y="200025"/>
            <a:ext cx="5982574" cy="6457950"/>
          </a:xfrm>
        </p:spPr>
        <p:txBody>
          <a:bodyPr/>
          <a:lstStyle/>
          <a:p>
            <a:endParaRPr lang="en-GB"/>
          </a:p>
        </p:txBody>
      </p:sp>
    </p:spTree>
    <p:extLst>
      <p:ext uri="{BB962C8B-B14F-4D97-AF65-F5344CB8AC3E}">
        <p14:creationId xmlns:p14="http://schemas.microsoft.com/office/powerpoint/2010/main" val="33830175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56D4422-9AD5-4F57-B03F-7AB2C7088B6F}"/>
              </a:ext>
            </a:extLst>
          </p:cNvPr>
          <p:cNvSpPr>
            <a:spLocks noGrp="1"/>
          </p:cNvSpPr>
          <p:nvPr>
            <p:ph type="pic" sz="quarter" idx="10"/>
          </p:nvPr>
        </p:nvSpPr>
        <p:spPr>
          <a:xfrm rot="325581">
            <a:off x="6213068" y="707958"/>
            <a:ext cx="4318000" cy="5442083"/>
          </a:xfrm>
        </p:spPr>
        <p:txBody>
          <a:bodyPr/>
          <a:lstStyle/>
          <a:p>
            <a:endParaRPr lang="en-GB"/>
          </a:p>
        </p:txBody>
      </p:sp>
    </p:spTree>
    <p:extLst>
      <p:ext uri="{BB962C8B-B14F-4D97-AF65-F5344CB8AC3E}">
        <p14:creationId xmlns:p14="http://schemas.microsoft.com/office/powerpoint/2010/main" val="9285378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56D4422-9AD5-4F57-B03F-7AB2C7088B6F}"/>
              </a:ext>
            </a:extLst>
          </p:cNvPr>
          <p:cNvSpPr>
            <a:spLocks noGrp="1"/>
          </p:cNvSpPr>
          <p:nvPr>
            <p:ph type="pic" sz="quarter" idx="10"/>
          </p:nvPr>
        </p:nvSpPr>
        <p:spPr>
          <a:xfrm rot="263267">
            <a:off x="6401076" y="707958"/>
            <a:ext cx="5209212" cy="5442083"/>
          </a:xfrm>
        </p:spPr>
        <p:txBody>
          <a:bodyPr/>
          <a:lstStyle/>
          <a:p>
            <a:endParaRPr lang="en-GB"/>
          </a:p>
        </p:txBody>
      </p:sp>
    </p:spTree>
    <p:extLst>
      <p:ext uri="{BB962C8B-B14F-4D97-AF65-F5344CB8AC3E}">
        <p14:creationId xmlns:p14="http://schemas.microsoft.com/office/powerpoint/2010/main" val="23224583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56D4422-9AD5-4F57-B03F-7AB2C7088B6F}"/>
              </a:ext>
            </a:extLst>
          </p:cNvPr>
          <p:cNvSpPr>
            <a:spLocks noGrp="1"/>
          </p:cNvSpPr>
          <p:nvPr>
            <p:ph type="pic" sz="quarter" idx="10"/>
          </p:nvPr>
        </p:nvSpPr>
        <p:spPr>
          <a:xfrm>
            <a:off x="1318775" y="1288425"/>
            <a:ext cx="4281150" cy="4281150"/>
          </a:xfrm>
        </p:spPr>
        <p:txBody>
          <a:bodyPr/>
          <a:lstStyle/>
          <a:p>
            <a:endParaRPr lang="en-GB"/>
          </a:p>
        </p:txBody>
      </p:sp>
    </p:spTree>
    <p:extLst>
      <p:ext uri="{BB962C8B-B14F-4D97-AF65-F5344CB8AC3E}">
        <p14:creationId xmlns:p14="http://schemas.microsoft.com/office/powerpoint/2010/main" val="9111438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466B5597-730C-4777-914F-F77C4A29FE0A}"/>
              </a:ext>
            </a:extLst>
          </p:cNvPr>
          <p:cNvSpPr>
            <a:spLocks noGrp="1"/>
          </p:cNvSpPr>
          <p:nvPr>
            <p:ph type="pic" sz="quarter" idx="11"/>
          </p:nvPr>
        </p:nvSpPr>
        <p:spPr>
          <a:xfrm>
            <a:off x="225040" y="205099"/>
            <a:ext cx="5731380" cy="6447802"/>
          </a:xfrm>
        </p:spPr>
        <p:txBody>
          <a:bodyPr/>
          <a:lstStyle/>
          <a:p>
            <a:endParaRPr lang="en-GB"/>
          </a:p>
        </p:txBody>
      </p:sp>
      <p:sp>
        <p:nvSpPr>
          <p:cNvPr id="6" name="Picture Placeholder 2">
            <a:extLst>
              <a:ext uri="{FF2B5EF4-FFF2-40B4-BE49-F238E27FC236}">
                <a16:creationId xmlns:a16="http://schemas.microsoft.com/office/drawing/2014/main" id="{F704D096-0201-4EC7-8642-F7463FA35932}"/>
              </a:ext>
            </a:extLst>
          </p:cNvPr>
          <p:cNvSpPr>
            <a:spLocks noGrp="1"/>
          </p:cNvSpPr>
          <p:nvPr>
            <p:ph type="pic" sz="quarter" idx="12"/>
          </p:nvPr>
        </p:nvSpPr>
        <p:spPr>
          <a:xfrm>
            <a:off x="6235580" y="205099"/>
            <a:ext cx="5731380" cy="6447802"/>
          </a:xfrm>
        </p:spPr>
        <p:txBody>
          <a:bodyPr/>
          <a:lstStyle/>
          <a:p>
            <a:endParaRPr lang="en-GB"/>
          </a:p>
        </p:txBody>
      </p:sp>
    </p:spTree>
    <p:extLst>
      <p:ext uri="{BB962C8B-B14F-4D97-AF65-F5344CB8AC3E}">
        <p14:creationId xmlns:p14="http://schemas.microsoft.com/office/powerpoint/2010/main" val="16560579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466B5597-730C-4777-914F-F77C4A29FE0A}"/>
              </a:ext>
            </a:extLst>
          </p:cNvPr>
          <p:cNvSpPr>
            <a:spLocks noGrp="1"/>
          </p:cNvSpPr>
          <p:nvPr>
            <p:ph type="pic" sz="quarter" idx="11"/>
          </p:nvPr>
        </p:nvSpPr>
        <p:spPr>
          <a:xfrm>
            <a:off x="225040" y="205099"/>
            <a:ext cx="5731380" cy="6447802"/>
          </a:xfrm>
        </p:spPr>
        <p:txBody>
          <a:bodyPr/>
          <a:lstStyle/>
          <a:p>
            <a:endParaRPr lang="en-GB"/>
          </a:p>
        </p:txBody>
      </p:sp>
    </p:spTree>
    <p:extLst>
      <p:ext uri="{BB962C8B-B14F-4D97-AF65-F5344CB8AC3E}">
        <p14:creationId xmlns:p14="http://schemas.microsoft.com/office/powerpoint/2010/main" val="1884257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BAE24-6A49-45EA-9566-9C38D64261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52518F6-3ED1-4049-8A70-73AA9E11EF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630FD06-0728-489C-9309-8E5885E74903}"/>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C0EA6248-6DE7-48EF-84CE-E9311D6391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9F6AC7-322C-4B78-A77F-9FC20C19DEE5}"/>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30625603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65FBA-3A5D-4E32-AA43-25E112B8710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1F829EB-E409-4770-B2DC-095C9983C5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D0FECB4-E413-4F5F-AC16-F300D4915A97}"/>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8A277514-920D-4587-ADD2-7862BB81765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F0627FB-334B-4BE5-8697-2687CF8E8C1E}"/>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6874072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6DD91-BF0E-4564-A729-1B75F9B059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ECC8EB8-79DC-4105-BF59-59E1F8E321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B03A96-E364-4A11-9EDF-8857088CF685}"/>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584501C0-5D7A-4501-8656-70FBDB16D0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65BBD1-8648-43B5-B582-0604EE209AAE}"/>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16983783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417BC-5BB9-4C29-AD8D-32C158AF97A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0F82FEC-A951-4D8C-AE1E-BDE3AE5305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00B5435-6C7C-4885-B164-B5E9E804C9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E800756-433C-46D9-8C2D-ABFAF158CD36}"/>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6" name="Footer Placeholder 5">
            <a:extLst>
              <a:ext uri="{FF2B5EF4-FFF2-40B4-BE49-F238E27FC236}">
                <a16:creationId xmlns:a16="http://schemas.microsoft.com/office/drawing/2014/main" id="{E5021F95-C869-4F40-B469-F59CBA631DA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BAF97EE-654E-476B-BA32-B04913E8AF24}"/>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15464359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3D946-156E-4741-B1B5-C870A365092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346D166-3A84-4249-B569-C14800F5DE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AD5C8B-E363-4B6A-AA6F-54E752E9CE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D93A102-3BAC-4229-8D84-66D360668F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4032A6-6F88-415E-AF1D-505D90B1BE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687F4D5-422E-4B1D-B531-F7E8D74125CD}"/>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8" name="Footer Placeholder 7">
            <a:extLst>
              <a:ext uri="{FF2B5EF4-FFF2-40B4-BE49-F238E27FC236}">
                <a16:creationId xmlns:a16="http://schemas.microsoft.com/office/drawing/2014/main" id="{1B1B1A9B-0C21-4A86-BB73-50295391F30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68CCD9C-EA1C-4B74-A4CF-C03C0F2D234E}"/>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12285241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C9C07-69B5-42AC-9BD3-F041AFD9695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432C421-DB49-41A0-BEC2-E20587B49F56}"/>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4" name="Footer Placeholder 3">
            <a:extLst>
              <a:ext uri="{FF2B5EF4-FFF2-40B4-BE49-F238E27FC236}">
                <a16:creationId xmlns:a16="http://schemas.microsoft.com/office/drawing/2014/main" id="{20F3AF6C-0534-49FA-9FE3-FB62B7B8B54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BA2EB39-2555-4D91-963B-B6F9EDCC33CE}"/>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2321929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B04B59-D775-41B3-96BE-77A9A72201C4}"/>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3" name="Footer Placeholder 2">
            <a:extLst>
              <a:ext uri="{FF2B5EF4-FFF2-40B4-BE49-F238E27FC236}">
                <a16:creationId xmlns:a16="http://schemas.microsoft.com/office/drawing/2014/main" id="{5FD27223-0CBF-4D78-B269-7D19C89F17B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7B0B591-9DC3-4C78-89D6-AA2F219ABF4B}"/>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24463994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78D-5886-4A5B-B5C5-4E86C129DD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6A72C43-D5FB-41FF-8D32-FA5350D9D9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47312A0-776B-4FF4-99C3-113836D8D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F42DB2-8068-4BCD-B7A4-9B648E6BB3DC}"/>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6" name="Footer Placeholder 5">
            <a:extLst>
              <a:ext uri="{FF2B5EF4-FFF2-40B4-BE49-F238E27FC236}">
                <a16:creationId xmlns:a16="http://schemas.microsoft.com/office/drawing/2014/main" id="{D55D6FA9-D37A-40D2-B998-DD4E6FDFC05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269CC58-0C39-4E2D-99A7-461A4F5F35CD}"/>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6286013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EDA0-5F22-47D2-A13D-06400971E1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5FEA482-AC92-4F5F-9BEE-6DCA19B51E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3442AB-5529-46E0-A77E-6ABDD21D2D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62EB8-0E6C-498B-80EE-84573F71BC81}"/>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6" name="Footer Placeholder 5">
            <a:extLst>
              <a:ext uri="{FF2B5EF4-FFF2-40B4-BE49-F238E27FC236}">
                <a16:creationId xmlns:a16="http://schemas.microsoft.com/office/drawing/2014/main" id="{7F5EFA47-BC41-40A3-8C23-602A6F2F7B4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C4C5F5-8647-46E0-BDA2-3939B66C9A38}"/>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31189118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617F-13BE-4DDD-82E7-B43FC69B58A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0220F8A-3533-4E37-9A79-95E8FCE905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5D21CF7-ACB2-4ECC-94DE-99FA6094ED37}"/>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342F63F7-37C5-4E00-86A1-A0C2EA80FF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0A13C3-A0F5-4FA9-A7A4-991B61E92EB3}"/>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54936690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B06E1C-47A2-4853-AF3D-2067E56DBC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FFB5A07-2163-446B-A8CB-7EDB38E395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F449175-8A54-457F-8D10-9A959C1C2713}"/>
              </a:ext>
            </a:extLst>
          </p:cNvPr>
          <p:cNvSpPr>
            <a:spLocks noGrp="1"/>
          </p:cNvSpPr>
          <p:nvPr>
            <p:ph type="dt" sz="half" idx="10"/>
          </p:nvPr>
        </p:nvSpPr>
        <p:spPr/>
        <p:txBody>
          <a:body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015F9068-8F8E-40D6-98FD-A1D7A8CB8F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808658-4C7F-400C-BAFB-343826DFD5C9}"/>
              </a:ext>
            </a:extLst>
          </p:cNvPr>
          <p:cNvSpPr>
            <a:spLocks noGrp="1"/>
          </p:cNvSpPr>
          <p:nvPr>
            <p:ph type="sldNum" sz="quarter" idx="12"/>
          </p:nvPr>
        </p:nvSpPr>
        <p:spPr/>
        <p:txBody>
          <a:bodyPr/>
          <a:lstStyle/>
          <a:p>
            <a:fld id="{7C598759-2E07-4507-9B53-894437B8F4DA}" type="slidenum">
              <a:rPr lang="en-GB" smtClean="0"/>
              <a:t>‹#›</a:t>
            </a:fld>
            <a:endParaRPr lang="en-GB"/>
          </a:p>
        </p:txBody>
      </p:sp>
    </p:spTree>
    <p:extLst>
      <p:ext uri="{BB962C8B-B14F-4D97-AF65-F5344CB8AC3E}">
        <p14:creationId xmlns:p14="http://schemas.microsoft.com/office/powerpoint/2010/main" val="17891139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4AF8DFC-60E4-4F5D-A33F-49A25238FB24}"/>
              </a:ext>
            </a:extLst>
          </p:cNvPr>
          <p:cNvSpPr>
            <a:spLocks noGrp="1"/>
          </p:cNvSpPr>
          <p:nvPr>
            <p:ph type="pic" sz="quarter" idx="10"/>
          </p:nvPr>
        </p:nvSpPr>
        <p:spPr>
          <a:xfrm>
            <a:off x="776688" y="1125000"/>
            <a:ext cx="2449513" cy="2447925"/>
          </a:xfrm>
          <a:prstGeom prst="flowChartConnector">
            <a:avLst/>
          </a:prstGeom>
        </p:spPr>
        <p:txBody>
          <a:bodyPr/>
          <a:lstStyle/>
          <a:p>
            <a:endParaRPr lang="en-GB"/>
          </a:p>
        </p:txBody>
      </p:sp>
      <p:sp>
        <p:nvSpPr>
          <p:cNvPr id="14" name="Picture Placeholder 4">
            <a:extLst>
              <a:ext uri="{FF2B5EF4-FFF2-40B4-BE49-F238E27FC236}">
                <a16:creationId xmlns:a16="http://schemas.microsoft.com/office/drawing/2014/main" id="{222359B3-C7FB-4EB5-9738-D96A5AC87232}"/>
              </a:ext>
            </a:extLst>
          </p:cNvPr>
          <p:cNvSpPr>
            <a:spLocks noGrp="1"/>
          </p:cNvSpPr>
          <p:nvPr>
            <p:ph type="pic" sz="quarter" idx="11"/>
          </p:nvPr>
        </p:nvSpPr>
        <p:spPr>
          <a:xfrm>
            <a:off x="3504000" y="1125000"/>
            <a:ext cx="2449513" cy="2447925"/>
          </a:xfrm>
          <a:prstGeom prst="flowChartConnector">
            <a:avLst/>
          </a:prstGeom>
        </p:spPr>
        <p:txBody>
          <a:bodyPr/>
          <a:lstStyle/>
          <a:p>
            <a:endParaRPr lang="en-GB"/>
          </a:p>
        </p:txBody>
      </p:sp>
      <p:sp>
        <p:nvSpPr>
          <p:cNvPr id="15" name="Picture Placeholder 4">
            <a:extLst>
              <a:ext uri="{FF2B5EF4-FFF2-40B4-BE49-F238E27FC236}">
                <a16:creationId xmlns:a16="http://schemas.microsoft.com/office/drawing/2014/main" id="{267F20E4-8402-403E-8807-05F614DF6540}"/>
              </a:ext>
            </a:extLst>
          </p:cNvPr>
          <p:cNvSpPr>
            <a:spLocks noGrp="1"/>
          </p:cNvSpPr>
          <p:nvPr>
            <p:ph type="pic" sz="quarter" idx="12"/>
          </p:nvPr>
        </p:nvSpPr>
        <p:spPr>
          <a:xfrm>
            <a:off x="6231312" y="1125000"/>
            <a:ext cx="2449513" cy="2447925"/>
          </a:xfrm>
          <a:prstGeom prst="flowChartConnector">
            <a:avLst/>
          </a:prstGeom>
        </p:spPr>
        <p:txBody>
          <a:bodyPr/>
          <a:lstStyle/>
          <a:p>
            <a:endParaRPr lang="en-GB"/>
          </a:p>
        </p:txBody>
      </p:sp>
      <p:sp>
        <p:nvSpPr>
          <p:cNvPr id="16" name="Picture Placeholder 4">
            <a:extLst>
              <a:ext uri="{FF2B5EF4-FFF2-40B4-BE49-F238E27FC236}">
                <a16:creationId xmlns:a16="http://schemas.microsoft.com/office/drawing/2014/main" id="{46CC72A1-C97B-4B89-98C9-A100E0DB2169}"/>
              </a:ext>
            </a:extLst>
          </p:cNvPr>
          <p:cNvSpPr>
            <a:spLocks noGrp="1"/>
          </p:cNvSpPr>
          <p:nvPr>
            <p:ph type="pic" sz="quarter" idx="13"/>
          </p:nvPr>
        </p:nvSpPr>
        <p:spPr>
          <a:xfrm>
            <a:off x="8958624" y="1125000"/>
            <a:ext cx="2449513" cy="2447925"/>
          </a:xfrm>
          <a:prstGeom prst="flowChartConnector">
            <a:avLst/>
          </a:prstGeom>
        </p:spPr>
        <p:txBody>
          <a:bodyPr/>
          <a:lstStyle/>
          <a:p>
            <a:endParaRPr lang="en-GB"/>
          </a:p>
        </p:txBody>
      </p:sp>
      <p:sp>
        <p:nvSpPr>
          <p:cNvPr id="17" name="Text Placeholder 14">
            <a:extLst>
              <a:ext uri="{FF2B5EF4-FFF2-40B4-BE49-F238E27FC236}">
                <a16:creationId xmlns:a16="http://schemas.microsoft.com/office/drawing/2014/main" id="{630E0409-8206-4D34-B62A-FEFB1D7179BE}"/>
              </a:ext>
            </a:extLst>
          </p:cNvPr>
          <p:cNvSpPr>
            <a:spLocks noGrp="1"/>
          </p:cNvSpPr>
          <p:nvPr>
            <p:ph type="body" sz="quarter" idx="14"/>
          </p:nvPr>
        </p:nvSpPr>
        <p:spPr>
          <a:xfrm>
            <a:off x="709126" y="4451350"/>
            <a:ext cx="10711543" cy="1846813"/>
          </a:xfrm>
        </p:spPr>
        <p:txBody>
          <a:bodyPr>
            <a:noAutofit/>
          </a:bodyPr>
          <a:lstStyle>
            <a:lvl1pPr marL="0" indent="0" algn="ctr">
              <a:buNone/>
              <a:defRPr sz="4800" b="1">
                <a:solidFill>
                  <a:schemeClr val="bg1"/>
                </a:solidFill>
                <a:latin typeface="Raleway" panose="020B0503030101060003" pitchFamily="34" charset="0"/>
              </a:defRPr>
            </a:lvl1pPr>
          </a:lstStyle>
          <a:p>
            <a:pPr lvl="0"/>
            <a:r>
              <a:rPr lang="en-US" dirty="0"/>
              <a:t>Click to edit Master text styles</a:t>
            </a:r>
          </a:p>
        </p:txBody>
      </p:sp>
    </p:spTree>
    <p:extLst>
      <p:ext uri="{BB962C8B-B14F-4D97-AF65-F5344CB8AC3E}">
        <p14:creationId xmlns:p14="http://schemas.microsoft.com/office/powerpoint/2010/main" val="27029274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A836F35-F6F4-48BD-845C-2B3CF32868B9}"/>
              </a:ext>
            </a:extLst>
          </p:cNvPr>
          <p:cNvSpPr>
            <a:spLocks noGrp="1"/>
          </p:cNvSpPr>
          <p:nvPr>
            <p:ph type="pic" sz="quarter" idx="10"/>
          </p:nvPr>
        </p:nvSpPr>
        <p:spPr>
          <a:xfrm>
            <a:off x="0" y="0"/>
            <a:ext cx="6096000" cy="3429000"/>
          </a:xfrm>
        </p:spPr>
        <p:txBody>
          <a:bodyPr/>
          <a:lstStyle/>
          <a:p>
            <a:endParaRPr lang="en-GB"/>
          </a:p>
        </p:txBody>
      </p:sp>
      <p:sp>
        <p:nvSpPr>
          <p:cNvPr id="9" name="Picture Placeholder 6">
            <a:extLst>
              <a:ext uri="{FF2B5EF4-FFF2-40B4-BE49-F238E27FC236}">
                <a16:creationId xmlns:a16="http://schemas.microsoft.com/office/drawing/2014/main" id="{F4D773C2-659A-481A-B12C-AB00BC572032}"/>
              </a:ext>
            </a:extLst>
          </p:cNvPr>
          <p:cNvSpPr>
            <a:spLocks noGrp="1"/>
          </p:cNvSpPr>
          <p:nvPr>
            <p:ph type="pic" sz="quarter" idx="12"/>
          </p:nvPr>
        </p:nvSpPr>
        <p:spPr>
          <a:xfrm>
            <a:off x="6096000" y="0"/>
            <a:ext cx="6096000" cy="3429000"/>
          </a:xfrm>
        </p:spPr>
        <p:txBody>
          <a:bodyPr/>
          <a:lstStyle/>
          <a:p>
            <a:endParaRPr lang="en-GB"/>
          </a:p>
        </p:txBody>
      </p:sp>
      <p:sp>
        <p:nvSpPr>
          <p:cNvPr id="3" name="Text Placeholder 2">
            <a:extLst>
              <a:ext uri="{FF2B5EF4-FFF2-40B4-BE49-F238E27FC236}">
                <a16:creationId xmlns:a16="http://schemas.microsoft.com/office/drawing/2014/main" id="{55FDC0AA-D783-4E46-9EE1-0F2A10ACEEDF}"/>
              </a:ext>
            </a:extLst>
          </p:cNvPr>
          <p:cNvSpPr>
            <a:spLocks noGrp="1"/>
          </p:cNvSpPr>
          <p:nvPr>
            <p:ph type="body" sz="quarter" idx="13" hasCustomPrompt="1"/>
          </p:nvPr>
        </p:nvSpPr>
        <p:spPr>
          <a:xfrm>
            <a:off x="0" y="3429000"/>
            <a:ext cx="6096000" cy="3429000"/>
          </a:xfrm>
        </p:spPr>
        <p:txBody>
          <a:bodyPr/>
          <a:lstStyle>
            <a:lvl1pPr marL="0" indent="0" algn="l">
              <a:buFontTx/>
              <a:buNone/>
              <a:defRPr/>
            </a:lvl1pPr>
            <a:lvl3pPr marL="914400" indent="0" algn="l">
              <a:buFontTx/>
              <a:buNone/>
              <a:defRPr/>
            </a:lvl3pPr>
            <a:lvl4pPr marL="1371600" indent="0">
              <a:buFontTx/>
              <a:buNone/>
              <a:defRPr/>
            </a:lvl4pPr>
            <a:lvl5pPr marL="1828800" indent="0">
              <a:buFontTx/>
              <a:buNone/>
              <a:defRPr/>
            </a:lvl5pPr>
          </a:lstStyle>
          <a:p>
            <a:pPr lvl="0"/>
            <a:r>
              <a:rPr lang="en-US" dirty="0"/>
              <a:t>   </a:t>
            </a:r>
            <a:br>
              <a:rPr lang="en-US" dirty="0"/>
            </a:br>
            <a:r>
              <a:rPr lang="en-US" dirty="0"/>
              <a:t>       Click to edit Master text styles</a:t>
            </a:r>
          </a:p>
          <a:p>
            <a:pPr lvl="2"/>
            <a:br>
              <a:rPr lang="en-US" dirty="0"/>
            </a:br>
            <a:r>
              <a:rPr lang="en-US" dirty="0"/>
              <a:t>Third level</a:t>
            </a:r>
          </a:p>
        </p:txBody>
      </p:sp>
      <p:sp>
        <p:nvSpPr>
          <p:cNvPr id="11" name="Text Placeholder 2">
            <a:extLst>
              <a:ext uri="{FF2B5EF4-FFF2-40B4-BE49-F238E27FC236}">
                <a16:creationId xmlns:a16="http://schemas.microsoft.com/office/drawing/2014/main" id="{866D672E-4A67-48E6-84B8-7DB399CC8C4D}"/>
              </a:ext>
            </a:extLst>
          </p:cNvPr>
          <p:cNvSpPr>
            <a:spLocks noGrp="1"/>
          </p:cNvSpPr>
          <p:nvPr>
            <p:ph type="body" sz="quarter" idx="14" hasCustomPrompt="1"/>
          </p:nvPr>
        </p:nvSpPr>
        <p:spPr>
          <a:xfrm>
            <a:off x="6096000" y="3429000"/>
            <a:ext cx="6096000" cy="3429000"/>
          </a:xfrm>
        </p:spPr>
        <p:txBody>
          <a:bodyPr/>
          <a:lstStyle>
            <a:lvl1pPr marL="0" indent="0" algn="l">
              <a:buFontTx/>
              <a:buNone/>
              <a:defRPr/>
            </a:lvl1pPr>
            <a:lvl3pPr marL="914400" indent="0" algn="l">
              <a:buFontTx/>
              <a:buNone/>
              <a:defRPr/>
            </a:lvl3pPr>
            <a:lvl4pPr marL="1371600" indent="0">
              <a:buFontTx/>
              <a:buNone/>
              <a:defRPr/>
            </a:lvl4pPr>
            <a:lvl5pPr marL="1828800" indent="0">
              <a:buFontTx/>
              <a:buNone/>
              <a:defRPr/>
            </a:lvl5pPr>
          </a:lstStyle>
          <a:p>
            <a:pPr lvl="0"/>
            <a:r>
              <a:rPr lang="en-US" dirty="0"/>
              <a:t>   </a:t>
            </a:r>
            <a:br>
              <a:rPr lang="en-US" dirty="0"/>
            </a:br>
            <a:r>
              <a:rPr lang="en-US" dirty="0"/>
              <a:t>       Click to edit Master text styles</a:t>
            </a:r>
          </a:p>
          <a:p>
            <a:pPr lvl="2"/>
            <a:br>
              <a:rPr lang="en-US" dirty="0"/>
            </a:br>
            <a:r>
              <a:rPr lang="en-US" dirty="0"/>
              <a:t>Third level</a:t>
            </a:r>
          </a:p>
        </p:txBody>
      </p:sp>
    </p:spTree>
    <p:extLst>
      <p:ext uri="{BB962C8B-B14F-4D97-AF65-F5344CB8AC3E}">
        <p14:creationId xmlns:p14="http://schemas.microsoft.com/office/powerpoint/2010/main" val="1148860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11762EF-5B64-48B4-9883-C21789DE660F}"/>
              </a:ext>
            </a:extLst>
          </p:cNvPr>
          <p:cNvSpPr>
            <a:spLocks noGrp="1"/>
          </p:cNvSpPr>
          <p:nvPr>
            <p:ph type="pic" sz="quarter" idx="13"/>
          </p:nvPr>
        </p:nvSpPr>
        <p:spPr>
          <a:xfrm>
            <a:off x="1344000" y="2277000"/>
            <a:ext cx="3383987" cy="3383987"/>
          </a:xfrm>
          <a:prstGeom prst="flowChartConnector">
            <a:avLst/>
          </a:prstGeom>
          <a:solidFill>
            <a:schemeClr val="bg1"/>
          </a:solidFill>
        </p:spPr>
        <p:txBody>
          <a:bodyPr/>
          <a:lstStyle>
            <a:lvl1pPr marL="0" indent="0">
              <a:buFontTx/>
              <a:buNone/>
              <a:defRPr/>
            </a:lvl1pPr>
          </a:lstStyle>
          <a:p>
            <a:endParaRPr lang="en-GB" dirty="0"/>
          </a:p>
        </p:txBody>
      </p:sp>
      <p:sp>
        <p:nvSpPr>
          <p:cNvPr id="9" name="Text Placeholder 8">
            <a:extLst>
              <a:ext uri="{FF2B5EF4-FFF2-40B4-BE49-F238E27FC236}">
                <a16:creationId xmlns:a16="http://schemas.microsoft.com/office/drawing/2014/main" id="{372312A5-03EA-42AB-91F3-28E33C501EE3}"/>
              </a:ext>
            </a:extLst>
          </p:cNvPr>
          <p:cNvSpPr>
            <a:spLocks noGrp="1"/>
          </p:cNvSpPr>
          <p:nvPr>
            <p:ph type="body" sz="quarter" idx="14"/>
          </p:nvPr>
        </p:nvSpPr>
        <p:spPr>
          <a:xfrm>
            <a:off x="840000" y="765000"/>
            <a:ext cx="4464000" cy="1080000"/>
          </a:xfrm>
        </p:spPr>
        <p:txBody>
          <a:bodyPr>
            <a:normAutofit/>
          </a:bodyPr>
          <a:lstStyle>
            <a:lvl1pPr marL="0" indent="0">
              <a:buFontTx/>
              <a:buNone/>
              <a:defRPr sz="4000">
                <a:solidFill>
                  <a:schemeClr val="bg1"/>
                </a:solidFill>
              </a:defRPr>
            </a:lvl1pPr>
          </a:lstStyle>
          <a:p>
            <a:pPr lvl="0"/>
            <a:r>
              <a:rPr lang="en-US" dirty="0"/>
              <a:t>Click to edit Master text</a:t>
            </a:r>
            <a:endParaRPr lang="en-GB" dirty="0"/>
          </a:p>
        </p:txBody>
      </p:sp>
      <p:sp>
        <p:nvSpPr>
          <p:cNvPr id="11" name="Text Placeholder 10">
            <a:extLst>
              <a:ext uri="{FF2B5EF4-FFF2-40B4-BE49-F238E27FC236}">
                <a16:creationId xmlns:a16="http://schemas.microsoft.com/office/drawing/2014/main" id="{9109A73B-3708-473E-8E2B-ECCF8848C1A5}"/>
              </a:ext>
            </a:extLst>
          </p:cNvPr>
          <p:cNvSpPr>
            <a:spLocks noGrp="1"/>
          </p:cNvSpPr>
          <p:nvPr>
            <p:ph type="body" sz="quarter" idx="15"/>
          </p:nvPr>
        </p:nvSpPr>
        <p:spPr>
          <a:xfrm>
            <a:off x="5808000" y="2398875"/>
            <a:ext cx="5616575" cy="454125"/>
          </a:xfrm>
        </p:spPr>
        <p:txBody>
          <a:bodyPr/>
          <a:lstStyle>
            <a:lvl1pPr marL="0" indent="0">
              <a:buFontTx/>
              <a:buNone/>
              <a:defRPr>
                <a:solidFill>
                  <a:schemeClr val="bg1"/>
                </a:solidFill>
              </a:defRPr>
            </a:lvl1pPr>
          </a:lstStyle>
          <a:p>
            <a:pPr lvl="0"/>
            <a:r>
              <a:rPr lang="en-US" dirty="0"/>
              <a:t>Click to edit Master text styles</a:t>
            </a:r>
          </a:p>
        </p:txBody>
      </p:sp>
      <p:sp>
        <p:nvSpPr>
          <p:cNvPr id="13" name="Text Placeholder 10">
            <a:extLst>
              <a:ext uri="{FF2B5EF4-FFF2-40B4-BE49-F238E27FC236}">
                <a16:creationId xmlns:a16="http://schemas.microsoft.com/office/drawing/2014/main" id="{832F7AF3-BF1D-46F2-83CC-0B8AA1CFA3A4}"/>
              </a:ext>
            </a:extLst>
          </p:cNvPr>
          <p:cNvSpPr>
            <a:spLocks noGrp="1"/>
          </p:cNvSpPr>
          <p:nvPr>
            <p:ph type="body" sz="quarter" idx="16"/>
          </p:nvPr>
        </p:nvSpPr>
        <p:spPr>
          <a:xfrm>
            <a:off x="5808000" y="2896425"/>
            <a:ext cx="5616575" cy="720000"/>
          </a:xfrm>
        </p:spPr>
        <p:txBody>
          <a:bodyPr>
            <a:normAutofit/>
          </a:bodyPr>
          <a:lstStyle>
            <a:lvl1pPr marL="0" indent="0">
              <a:buFontTx/>
              <a:buNone/>
              <a:defRPr sz="1400">
                <a:solidFill>
                  <a:schemeClr val="bg1"/>
                </a:solidFill>
              </a:defRPr>
            </a:lvl1pPr>
          </a:lstStyle>
          <a:p>
            <a:pPr lvl="0"/>
            <a:r>
              <a:rPr lang="en-US" dirty="0"/>
              <a:t>Click to edit Master text styles</a:t>
            </a:r>
          </a:p>
        </p:txBody>
      </p:sp>
      <p:sp>
        <p:nvSpPr>
          <p:cNvPr id="16" name="Text Placeholder 10">
            <a:extLst>
              <a:ext uri="{FF2B5EF4-FFF2-40B4-BE49-F238E27FC236}">
                <a16:creationId xmlns:a16="http://schemas.microsoft.com/office/drawing/2014/main" id="{49A0BA3A-99BA-4230-BCBC-B27470FB136F}"/>
              </a:ext>
            </a:extLst>
          </p:cNvPr>
          <p:cNvSpPr>
            <a:spLocks noGrp="1"/>
          </p:cNvSpPr>
          <p:nvPr>
            <p:ph type="body" sz="quarter" idx="19"/>
          </p:nvPr>
        </p:nvSpPr>
        <p:spPr>
          <a:xfrm>
            <a:off x="1488000" y="5942837"/>
            <a:ext cx="3383987" cy="300300"/>
          </a:xfrm>
        </p:spPr>
        <p:txBody>
          <a:bodyPr>
            <a:normAutofit/>
          </a:bodyPr>
          <a:lstStyle>
            <a:lvl1pPr marL="0" indent="0" algn="ctr">
              <a:buFontTx/>
              <a:buNone/>
              <a:defRPr sz="1400">
                <a:solidFill>
                  <a:schemeClr val="bg1"/>
                </a:solidFill>
              </a:defRPr>
            </a:lvl1pPr>
          </a:lstStyle>
          <a:p>
            <a:pPr lvl="0"/>
            <a:r>
              <a:rPr lang="en-US" dirty="0"/>
              <a:t>Click to edit Master text styles</a:t>
            </a:r>
          </a:p>
        </p:txBody>
      </p:sp>
      <p:sp>
        <p:nvSpPr>
          <p:cNvPr id="17" name="Text Placeholder 10">
            <a:extLst>
              <a:ext uri="{FF2B5EF4-FFF2-40B4-BE49-F238E27FC236}">
                <a16:creationId xmlns:a16="http://schemas.microsoft.com/office/drawing/2014/main" id="{2C00C5FC-BD55-47D9-A1A6-C2FE37778D89}"/>
              </a:ext>
            </a:extLst>
          </p:cNvPr>
          <p:cNvSpPr>
            <a:spLocks noGrp="1"/>
          </p:cNvSpPr>
          <p:nvPr>
            <p:ph type="body" sz="quarter" idx="20"/>
          </p:nvPr>
        </p:nvSpPr>
        <p:spPr>
          <a:xfrm>
            <a:off x="5808000" y="3939450"/>
            <a:ext cx="5616575" cy="454125"/>
          </a:xfrm>
        </p:spPr>
        <p:txBody>
          <a:bodyPr/>
          <a:lstStyle>
            <a:lvl1pPr marL="0" indent="0">
              <a:buFontTx/>
              <a:buNone/>
              <a:defRPr>
                <a:solidFill>
                  <a:schemeClr val="bg1"/>
                </a:solidFill>
              </a:defRPr>
            </a:lvl1pPr>
          </a:lstStyle>
          <a:p>
            <a:pPr lvl="0"/>
            <a:r>
              <a:rPr lang="en-US" dirty="0"/>
              <a:t>Click to edit Master text styles</a:t>
            </a:r>
          </a:p>
        </p:txBody>
      </p:sp>
      <p:sp>
        <p:nvSpPr>
          <p:cNvPr id="18" name="Text Placeholder 10">
            <a:extLst>
              <a:ext uri="{FF2B5EF4-FFF2-40B4-BE49-F238E27FC236}">
                <a16:creationId xmlns:a16="http://schemas.microsoft.com/office/drawing/2014/main" id="{F8E74961-8A41-4213-8BFA-7E12946BA70B}"/>
              </a:ext>
            </a:extLst>
          </p:cNvPr>
          <p:cNvSpPr>
            <a:spLocks noGrp="1"/>
          </p:cNvSpPr>
          <p:nvPr>
            <p:ph type="body" sz="quarter" idx="21"/>
          </p:nvPr>
        </p:nvSpPr>
        <p:spPr>
          <a:xfrm>
            <a:off x="5808000" y="4437000"/>
            <a:ext cx="5616575" cy="720000"/>
          </a:xfrm>
        </p:spPr>
        <p:txBody>
          <a:bodyPr>
            <a:normAutofit/>
          </a:bodyPr>
          <a:lstStyle>
            <a:lvl1pPr marL="0" indent="0">
              <a:buFontTx/>
              <a:buNone/>
              <a:defRPr sz="14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25229560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56D4422-9AD5-4F57-B03F-7AB2C7088B6F}"/>
              </a:ext>
            </a:extLst>
          </p:cNvPr>
          <p:cNvSpPr>
            <a:spLocks noGrp="1"/>
          </p:cNvSpPr>
          <p:nvPr>
            <p:ph type="pic" sz="quarter" idx="10"/>
          </p:nvPr>
        </p:nvSpPr>
        <p:spPr>
          <a:xfrm>
            <a:off x="5838825" y="0"/>
            <a:ext cx="6353175" cy="6858000"/>
          </a:xfrm>
        </p:spPr>
        <p:txBody>
          <a:bodyPr/>
          <a:lstStyle/>
          <a:p>
            <a:endParaRPr lang="en-GB"/>
          </a:p>
        </p:txBody>
      </p:sp>
    </p:spTree>
    <p:extLst>
      <p:ext uri="{BB962C8B-B14F-4D97-AF65-F5344CB8AC3E}">
        <p14:creationId xmlns:p14="http://schemas.microsoft.com/office/powerpoint/2010/main" val="72841187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A836F35-F6F4-48BD-845C-2B3CF32868B9}"/>
              </a:ext>
            </a:extLst>
          </p:cNvPr>
          <p:cNvSpPr>
            <a:spLocks noGrp="1"/>
          </p:cNvSpPr>
          <p:nvPr>
            <p:ph type="pic" sz="quarter" idx="10"/>
          </p:nvPr>
        </p:nvSpPr>
        <p:spPr>
          <a:xfrm>
            <a:off x="0" y="0"/>
            <a:ext cx="6096000" cy="3429000"/>
          </a:xfrm>
        </p:spPr>
        <p:txBody>
          <a:bodyPr/>
          <a:lstStyle/>
          <a:p>
            <a:endParaRPr lang="en-GB"/>
          </a:p>
        </p:txBody>
      </p:sp>
      <p:sp>
        <p:nvSpPr>
          <p:cNvPr id="8" name="Picture Placeholder 6">
            <a:extLst>
              <a:ext uri="{FF2B5EF4-FFF2-40B4-BE49-F238E27FC236}">
                <a16:creationId xmlns:a16="http://schemas.microsoft.com/office/drawing/2014/main" id="{61E5AA44-35F6-4ADC-ADCB-FDABB12D73FD}"/>
              </a:ext>
            </a:extLst>
          </p:cNvPr>
          <p:cNvSpPr>
            <a:spLocks noGrp="1"/>
          </p:cNvSpPr>
          <p:nvPr>
            <p:ph type="pic" sz="quarter" idx="11"/>
          </p:nvPr>
        </p:nvSpPr>
        <p:spPr>
          <a:xfrm>
            <a:off x="0" y="3429000"/>
            <a:ext cx="6096000" cy="3429000"/>
          </a:xfrm>
        </p:spPr>
        <p:txBody>
          <a:bodyPr/>
          <a:lstStyle/>
          <a:p>
            <a:endParaRPr lang="en-GB"/>
          </a:p>
        </p:txBody>
      </p:sp>
      <p:sp>
        <p:nvSpPr>
          <p:cNvPr id="9" name="Picture Placeholder 6">
            <a:extLst>
              <a:ext uri="{FF2B5EF4-FFF2-40B4-BE49-F238E27FC236}">
                <a16:creationId xmlns:a16="http://schemas.microsoft.com/office/drawing/2014/main" id="{F4D773C2-659A-481A-B12C-AB00BC572032}"/>
              </a:ext>
            </a:extLst>
          </p:cNvPr>
          <p:cNvSpPr>
            <a:spLocks noGrp="1"/>
          </p:cNvSpPr>
          <p:nvPr>
            <p:ph type="pic" sz="quarter" idx="12"/>
          </p:nvPr>
        </p:nvSpPr>
        <p:spPr>
          <a:xfrm>
            <a:off x="6096000" y="0"/>
            <a:ext cx="6096000" cy="3429000"/>
          </a:xfrm>
        </p:spPr>
        <p:txBody>
          <a:bodyPr/>
          <a:lstStyle/>
          <a:p>
            <a:endParaRPr lang="en-GB"/>
          </a:p>
        </p:txBody>
      </p:sp>
      <p:sp>
        <p:nvSpPr>
          <p:cNvPr id="10" name="Picture Placeholder 6">
            <a:extLst>
              <a:ext uri="{FF2B5EF4-FFF2-40B4-BE49-F238E27FC236}">
                <a16:creationId xmlns:a16="http://schemas.microsoft.com/office/drawing/2014/main" id="{61E8C6FD-9C40-45F1-B97D-9F07662548C2}"/>
              </a:ext>
            </a:extLst>
          </p:cNvPr>
          <p:cNvSpPr>
            <a:spLocks noGrp="1"/>
          </p:cNvSpPr>
          <p:nvPr>
            <p:ph type="pic" sz="quarter" idx="13"/>
          </p:nvPr>
        </p:nvSpPr>
        <p:spPr>
          <a:xfrm>
            <a:off x="6096000" y="3429000"/>
            <a:ext cx="6096000" cy="3429000"/>
          </a:xfrm>
        </p:spPr>
        <p:txBody>
          <a:bodyPr/>
          <a:lstStyle/>
          <a:p>
            <a:endParaRPr lang="en-GB"/>
          </a:p>
        </p:txBody>
      </p:sp>
    </p:spTree>
    <p:extLst>
      <p:ext uri="{BB962C8B-B14F-4D97-AF65-F5344CB8AC3E}">
        <p14:creationId xmlns:p14="http://schemas.microsoft.com/office/powerpoint/2010/main" val="3889381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21" Type="http://schemas.openxmlformats.org/officeDocument/2006/relationships/theme" Target="../theme/theme2.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theme" Target="../theme/theme3.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215D1D-681D-412D-AD69-AB6DE773A8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2231BB5-8ABE-4170-B031-CE02CF1CB8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4E9062E-51BB-47E5-BBEF-41E0B93323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AA740D-5C2A-4F1D-B82A-9ABAE18340D9}" type="datetimeFigureOut">
              <a:rPr lang="en-GB" smtClean="0"/>
              <a:t>05/11/2023</a:t>
            </a:fld>
            <a:endParaRPr lang="en-GB"/>
          </a:p>
        </p:txBody>
      </p:sp>
      <p:sp>
        <p:nvSpPr>
          <p:cNvPr id="5" name="Footer Placeholder 4">
            <a:extLst>
              <a:ext uri="{FF2B5EF4-FFF2-40B4-BE49-F238E27FC236}">
                <a16:creationId xmlns:a16="http://schemas.microsoft.com/office/drawing/2014/main" id="{64004441-3C96-4292-9150-732567C2CE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E5C0AD2-9217-4DBC-AC51-2ED348AEFF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61462A-495E-4E84-B7D2-F25738525BBA}" type="slidenum">
              <a:rPr lang="en-GB" smtClean="0"/>
              <a:t>‹#›</a:t>
            </a:fld>
            <a:endParaRPr lang="en-GB"/>
          </a:p>
        </p:txBody>
      </p:sp>
    </p:spTree>
    <p:extLst>
      <p:ext uri="{BB962C8B-B14F-4D97-AF65-F5344CB8AC3E}">
        <p14:creationId xmlns:p14="http://schemas.microsoft.com/office/powerpoint/2010/main" val="6176668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DEAAFE-E41F-4F8F-BFC4-0475F472AE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7CF5BE0-FC90-4C1E-B9A5-5E83ACF427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19EEAC-6A17-46A1-A05D-BBD753001A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77327D57-4815-4184-886F-BF8C51F202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9817FCB-3B73-4584-A06C-ED46C502A0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598759-2E07-4507-9B53-894437B8F4DA}" type="slidenum">
              <a:rPr lang="en-GB" smtClean="0"/>
              <a:t>‹#›</a:t>
            </a:fld>
            <a:endParaRPr lang="en-GB"/>
          </a:p>
        </p:txBody>
      </p:sp>
    </p:spTree>
    <p:extLst>
      <p:ext uri="{BB962C8B-B14F-4D97-AF65-F5344CB8AC3E}">
        <p14:creationId xmlns:p14="http://schemas.microsoft.com/office/powerpoint/2010/main" val="386211961"/>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41" r:id="rId17"/>
    <p:sldLayoutId id="2147483738" r:id="rId18"/>
    <p:sldLayoutId id="2147483739" r:id="rId19"/>
    <p:sldLayoutId id="2147483740"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DEAAFE-E41F-4F8F-BFC4-0475F472AE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7CF5BE0-FC90-4C1E-B9A5-5E83ACF427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19EEAC-6A17-46A1-A05D-BBD753001A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D6550B-1DC0-4700-857F-4427C3D6A02A}" type="datetimeFigureOut">
              <a:rPr lang="en-GB" smtClean="0"/>
              <a:t>05/11/2023</a:t>
            </a:fld>
            <a:endParaRPr lang="en-GB"/>
          </a:p>
        </p:txBody>
      </p:sp>
      <p:sp>
        <p:nvSpPr>
          <p:cNvPr id="5" name="Footer Placeholder 4">
            <a:extLst>
              <a:ext uri="{FF2B5EF4-FFF2-40B4-BE49-F238E27FC236}">
                <a16:creationId xmlns:a16="http://schemas.microsoft.com/office/drawing/2014/main" id="{77327D57-4815-4184-886F-BF8C51F202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9817FCB-3B73-4584-A06C-ED46C502A0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598759-2E07-4507-9B53-894437B8F4DA}" type="slidenum">
              <a:rPr lang="en-GB" smtClean="0"/>
              <a:t>‹#›</a:t>
            </a:fld>
            <a:endParaRPr lang="en-GB"/>
          </a:p>
        </p:txBody>
      </p:sp>
    </p:spTree>
    <p:extLst>
      <p:ext uri="{BB962C8B-B14F-4D97-AF65-F5344CB8AC3E}">
        <p14:creationId xmlns:p14="http://schemas.microsoft.com/office/powerpoint/2010/main" val="4080510398"/>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0.xml"/><Relationship Id="rId5" Type="http://schemas.openxmlformats.org/officeDocument/2006/relationships/image" Target="../media/image4.jp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jpg"/><Relationship Id="rId2" Type="http://schemas.openxmlformats.org/officeDocument/2006/relationships/image" Target="../media/image9.png"/><Relationship Id="rId1" Type="http://schemas.openxmlformats.org/officeDocument/2006/relationships/slideLayout" Target="../slideLayouts/slideLayout12.xml"/><Relationship Id="rId6" Type="http://schemas.openxmlformats.org/officeDocument/2006/relationships/image" Target="../media/image13.jpg"/><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0.xml"/><Relationship Id="rId5" Type="http://schemas.openxmlformats.org/officeDocument/2006/relationships/image" Target="../media/image18.png"/><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7" Type="http://schemas.microsoft.com/office/2007/relationships/hdphoto" Target="../media/hdphoto2.wdp"/><Relationship Id="rId2" Type="http://schemas.openxmlformats.org/officeDocument/2006/relationships/image" Target="../media/image19.jpg"/><Relationship Id="rId1" Type="http://schemas.openxmlformats.org/officeDocument/2006/relationships/slideLayout" Target="../slideLayouts/slideLayout45.xml"/><Relationship Id="rId6" Type="http://schemas.openxmlformats.org/officeDocument/2006/relationships/image" Target="../media/image23.png"/><Relationship Id="rId5" Type="http://schemas.openxmlformats.org/officeDocument/2006/relationships/image" Target="../media/image22.jpg"/><Relationship Id="rId4" Type="http://schemas.openxmlformats.org/officeDocument/2006/relationships/image" Target="../media/image21.jpe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g"/><Relationship Id="rId1" Type="http://schemas.openxmlformats.org/officeDocument/2006/relationships/slideLayout" Target="../slideLayouts/slideLayout45.xml"/><Relationship Id="rId4" Type="http://schemas.openxmlformats.org/officeDocument/2006/relationships/image" Target="../media/image28.jp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1.png"/><Relationship Id="rId1" Type="http://schemas.openxmlformats.org/officeDocument/2006/relationships/slideLayout" Target="../slideLayouts/slideLayout30.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4" name="Picture 73">
            <a:extLst>
              <a:ext uri="{FF2B5EF4-FFF2-40B4-BE49-F238E27FC236}">
                <a16:creationId xmlns:a16="http://schemas.microsoft.com/office/drawing/2014/main" id="{1AC20394-7E7E-477C-98EB-633401852B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31" y="2884302"/>
            <a:ext cx="887800" cy="548640"/>
          </a:xfrm>
          <a:prstGeom prst="rect">
            <a:avLst/>
          </a:prstGeom>
        </p:spPr>
      </p:pic>
      <p:pic>
        <p:nvPicPr>
          <p:cNvPr id="72" name="Picture 71">
            <a:extLst>
              <a:ext uri="{FF2B5EF4-FFF2-40B4-BE49-F238E27FC236}">
                <a16:creationId xmlns:a16="http://schemas.microsoft.com/office/drawing/2014/main" id="{0D302815-FC51-4138-B9A5-D47FD2A5C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3634" y="198612"/>
            <a:ext cx="887800" cy="548640"/>
          </a:xfrm>
          <a:prstGeom prst="rect">
            <a:avLst/>
          </a:prstGeom>
        </p:spPr>
      </p:pic>
      <p:pic>
        <p:nvPicPr>
          <p:cNvPr id="73" name="Picture 72">
            <a:extLst>
              <a:ext uri="{FF2B5EF4-FFF2-40B4-BE49-F238E27FC236}">
                <a16:creationId xmlns:a16="http://schemas.microsoft.com/office/drawing/2014/main" id="{F1191425-FE32-4D58-B8CB-A86F0EE1D6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5103" y="866546"/>
            <a:ext cx="972152" cy="600768"/>
          </a:xfrm>
          <a:prstGeom prst="rect">
            <a:avLst/>
          </a:prstGeom>
        </p:spPr>
      </p:pic>
      <p:pic>
        <p:nvPicPr>
          <p:cNvPr id="61" name="Picture 60">
            <a:extLst>
              <a:ext uri="{FF2B5EF4-FFF2-40B4-BE49-F238E27FC236}">
                <a16:creationId xmlns:a16="http://schemas.microsoft.com/office/drawing/2014/main" id="{50CCF3FD-468D-468A-B9BA-1B5230C5DB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2057" y="873032"/>
            <a:ext cx="887800" cy="548640"/>
          </a:xfrm>
          <a:prstGeom prst="rect">
            <a:avLst/>
          </a:prstGeom>
        </p:spPr>
      </p:pic>
      <p:pic>
        <p:nvPicPr>
          <p:cNvPr id="68" name="Picture 67">
            <a:extLst>
              <a:ext uri="{FF2B5EF4-FFF2-40B4-BE49-F238E27FC236}">
                <a16:creationId xmlns:a16="http://schemas.microsoft.com/office/drawing/2014/main" id="{A8771161-CA35-49E3-9701-0E9C80EE4D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9087" y="1540998"/>
            <a:ext cx="887800" cy="548640"/>
          </a:xfrm>
          <a:prstGeom prst="rect">
            <a:avLst/>
          </a:prstGeom>
        </p:spPr>
      </p:pic>
      <p:pic>
        <p:nvPicPr>
          <p:cNvPr id="69" name="Picture 68">
            <a:extLst>
              <a:ext uri="{FF2B5EF4-FFF2-40B4-BE49-F238E27FC236}">
                <a16:creationId xmlns:a16="http://schemas.microsoft.com/office/drawing/2014/main" id="{B3793C8A-545D-4914-BFA3-1351CD182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7105" y="201856"/>
            <a:ext cx="887800" cy="548640"/>
          </a:xfrm>
          <a:prstGeom prst="rect">
            <a:avLst/>
          </a:prstGeom>
        </p:spPr>
      </p:pic>
      <p:pic>
        <p:nvPicPr>
          <p:cNvPr id="70" name="Picture 69">
            <a:extLst>
              <a:ext uri="{FF2B5EF4-FFF2-40B4-BE49-F238E27FC236}">
                <a16:creationId xmlns:a16="http://schemas.microsoft.com/office/drawing/2014/main" id="{EB66D0AB-2529-4372-B0E3-E1FA6A6CB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8586" y="869789"/>
            <a:ext cx="887800" cy="548640"/>
          </a:xfrm>
          <a:prstGeom prst="rect">
            <a:avLst/>
          </a:prstGeom>
        </p:spPr>
      </p:pic>
      <p:pic>
        <p:nvPicPr>
          <p:cNvPr id="71" name="Picture 70">
            <a:extLst>
              <a:ext uri="{FF2B5EF4-FFF2-40B4-BE49-F238E27FC236}">
                <a16:creationId xmlns:a16="http://schemas.microsoft.com/office/drawing/2014/main" id="{20B3096C-F42E-4146-A94D-397D485318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2881" y="1547484"/>
            <a:ext cx="972152" cy="600768"/>
          </a:xfrm>
          <a:prstGeom prst="rect">
            <a:avLst/>
          </a:prstGeom>
        </p:spPr>
      </p:pic>
      <p:pic>
        <p:nvPicPr>
          <p:cNvPr id="66" name="Picture 65">
            <a:extLst>
              <a:ext uri="{FF2B5EF4-FFF2-40B4-BE49-F238E27FC236}">
                <a16:creationId xmlns:a16="http://schemas.microsoft.com/office/drawing/2014/main" id="{A14E40E3-3DB5-4496-AE35-F9E57C104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914" y="2230455"/>
            <a:ext cx="887800" cy="548640"/>
          </a:xfrm>
          <a:prstGeom prst="rect">
            <a:avLst/>
          </a:prstGeom>
        </p:spPr>
      </p:pic>
      <p:pic>
        <p:nvPicPr>
          <p:cNvPr id="67" name="Picture 66">
            <a:extLst>
              <a:ext uri="{FF2B5EF4-FFF2-40B4-BE49-F238E27FC236}">
                <a16:creationId xmlns:a16="http://schemas.microsoft.com/office/drawing/2014/main" id="{888C39F3-3E40-484F-9526-C2ADF013CE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2846" y="2224469"/>
            <a:ext cx="887800" cy="548640"/>
          </a:xfrm>
          <a:prstGeom prst="rect">
            <a:avLst/>
          </a:prstGeom>
        </p:spPr>
      </p:pic>
      <p:pic>
        <p:nvPicPr>
          <p:cNvPr id="44" name="Picture 43">
            <a:extLst>
              <a:ext uri="{FF2B5EF4-FFF2-40B4-BE49-F238E27FC236}">
                <a16:creationId xmlns:a16="http://schemas.microsoft.com/office/drawing/2014/main" id="{8667182D-42B3-4A49-9779-62FD360C32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89" y="203527"/>
            <a:ext cx="887800" cy="548640"/>
          </a:xfrm>
          <a:prstGeom prst="rect">
            <a:avLst/>
          </a:prstGeom>
        </p:spPr>
      </p:pic>
      <p:pic>
        <p:nvPicPr>
          <p:cNvPr id="57" name="Picture 56">
            <a:extLst>
              <a:ext uri="{FF2B5EF4-FFF2-40B4-BE49-F238E27FC236}">
                <a16:creationId xmlns:a16="http://schemas.microsoft.com/office/drawing/2014/main" id="{4B154965-9BF1-4FA3-9CE4-19C064D5CE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770" y="871460"/>
            <a:ext cx="887800" cy="548640"/>
          </a:xfrm>
          <a:prstGeom prst="rect">
            <a:avLst/>
          </a:prstGeom>
        </p:spPr>
      </p:pic>
      <p:pic>
        <p:nvPicPr>
          <p:cNvPr id="58" name="Picture 57">
            <a:extLst>
              <a:ext uri="{FF2B5EF4-FFF2-40B4-BE49-F238E27FC236}">
                <a16:creationId xmlns:a16="http://schemas.microsoft.com/office/drawing/2014/main" id="{3CDFA1AD-1A1B-4225-81E5-E59BEE9F6E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0576" y="205099"/>
            <a:ext cx="887800" cy="548640"/>
          </a:xfrm>
          <a:prstGeom prst="rect">
            <a:avLst/>
          </a:prstGeom>
        </p:spPr>
      </p:pic>
      <p:pic>
        <p:nvPicPr>
          <p:cNvPr id="62" name="Picture 61">
            <a:extLst>
              <a:ext uri="{FF2B5EF4-FFF2-40B4-BE49-F238E27FC236}">
                <a16:creationId xmlns:a16="http://schemas.microsoft.com/office/drawing/2014/main" id="{854656A0-5E3C-469A-8263-E814827C19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221" y="197541"/>
            <a:ext cx="887800" cy="548640"/>
          </a:xfrm>
          <a:prstGeom prst="rect">
            <a:avLst/>
          </a:prstGeom>
        </p:spPr>
      </p:pic>
      <p:pic>
        <p:nvPicPr>
          <p:cNvPr id="63" name="Picture 62">
            <a:extLst>
              <a:ext uri="{FF2B5EF4-FFF2-40B4-BE49-F238E27FC236}">
                <a16:creationId xmlns:a16="http://schemas.microsoft.com/office/drawing/2014/main" id="{E70EA5B7-6C13-4B2C-B096-2DC62F139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3702" y="865474"/>
            <a:ext cx="887800" cy="548640"/>
          </a:xfrm>
          <a:prstGeom prst="rect">
            <a:avLst/>
          </a:prstGeom>
        </p:spPr>
      </p:pic>
      <p:pic>
        <p:nvPicPr>
          <p:cNvPr id="64" name="Picture 63">
            <a:extLst>
              <a:ext uri="{FF2B5EF4-FFF2-40B4-BE49-F238E27FC236}">
                <a16:creationId xmlns:a16="http://schemas.microsoft.com/office/drawing/2014/main" id="{22CEEB3C-7EFC-443D-9F3F-DCA36AD245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340" y="1572220"/>
            <a:ext cx="887800" cy="548640"/>
          </a:xfrm>
          <a:prstGeom prst="rect">
            <a:avLst/>
          </a:prstGeom>
        </p:spPr>
      </p:pic>
      <p:pic>
        <p:nvPicPr>
          <p:cNvPr id="65" name="Picture 64">
            <a:extLst>
              <a:ext uri="{FF2B5EF4-FFF2-40B4-BE49-F238E27FC236}">
                <a16:creationId xmlns:a16="http://schemas.microsoft.com/office/drawing/2014/main" id="{49E6A82D-4D89-4A55-B8D1-CDD998E63F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5272" y="1566234"/>
            <a:ext cx="887800" cy="548640"/>
          </a:xfrm>
          <a:prstGeom prst="rect">
            <a:avLst/>
          </a:prstGeom>
        </p:spPr>
      </p:pic>
      <p:sp>
        <p:nvSpPr>
          <p:cNvPr id="22" name="Freeform: Shape 21">
            <a:extLst>
              <a:ext uri="{FF2B5EF4-FFF2-40B4-BE49-F238E27FC236}">
                <a16:creationId xmlns:a16="http://schemas.microsoft.com/office/drawing/2014/main" id="{C1F25E9B-26D7-496F-A694-0367EDB4E80F}"/>
              </a:ext>
            </a:extLst>
          </p:cNvPr>
          <p:cNvSpPr/>
          <p:nvPr/>
        </p:nvSpPr>
        <p:spPr>
          <a:xfrm>
            <a:off x="-66638" y="0"/>
            <a:ext cx="10469903" cy="6858000"/>
          </a:xfrm>
          <a:custGeom>
            <a:avLst/>
            <a:gdLst>
              <a:gd name="connsiteX0" fmla="*/ 6509479 w 10469903"/>
              <a:gd name="connsiteY0" fmla="*/ 0 h 6858000"/>
              <a:gd name="connsiteX1" fmla="*/ 10469903 w 10469903"/>
              <a:gd name="connsiteY1" fmla="*/ 0 h 6858000"/>
              <a:gd name="connsiteX2" fmla="*/ 9191298 w 10469903"/>
              <a:gd name="connsiteY2" fmla="*/ 6858000 h 6858000"/>
              <a:gd name="connsiteX3" fmla="*/ 4529602 w 10469903"/>
              <a:gd name="connsiteY3" fmla="*/ 6858000 h 6858000"/>
              <a:gd name="connsiteX4" fmla="*/ 0 w 10469903"/>
              <a:gd name="connsiteY4" fmla="*/ 4751499 h 6858000"/>
              <a:gd name="connsiteX5" fmla="*/ 0 w 10469903"/>
              <a:gd name="connsiteY5" fmla="*/ 33524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9903" h="6858000">
                <a:moveTo>
                  <a:pt x="6509479" y="0"/>
                </a:moveTo>
                <a:lnTo>
                  <a:pt x="10469903" y="0"/>
                </a:lnTo>
                <a:lnTo>
                  <a:pt x="9191298" y="6858000"/>
                </a:lnTo>
                <a:lnTo>
                  <a:pt x="4529602" y="6858000"/>
                </a:lnTo>
                <a:lnTo>
                  <a:pt x="0" y="4751499"/>
                </a:lnTo>
                <a:lnTo>
                  <a:pt x="0" y="3352468"/>
                </a:lnTo>
                <a:close/>
              </a:path>
            </a:pathLst>
          </a:custGeom>
          <a:solidFill>
            <a:srgbClr val="B40F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F9868076-237A-4532-BEF1-08DF4A5A943D}"/>
              </a:ext>
            </a:extLst>
          </p:cNvPr>
          <p:cNvSpPr/>
          <p:nvPr/>
        </p:nvSpPr>
        <p:spPr>
          <a:xfrm rot="242830">
            <a:off x="7966818" y="1472804"/>
            <a:ext cx="3675144" cy="3869044"/>
          </a:xfrm>
          <a:prstGeom prst="rect">
            <a:avLst/>
          </a:prstGeom>
          <a:solidFill>
            <a:schemeClr val="bg1"/>
          </a:solidFill>
          <a:ln>
            <a:noFill/>
          </a:ln>
          <a:effectLst>
            <a:outerShdw blurRad="38100" dist="25400" dir="10800000" sx="101000" sy="101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Isosceles Triangle 59">
            <a:extLst>
              <a:ext uri="{FF2B5EF4-FFF2-40B4-BE49-F238E27FC236}">
                <a16:creationId xmlns:a16="http://schemas.microsoft.com/office/drawing/2014/main" id="{217F4526-A5EC-48EA-B88E-EFCF9C53190E}"/>
              </a:ext>
            </a:extLst>
          </p:cNvPr>
          <p:cNvSpPr/>
          <p:nvPr/>
        </p:nvSpPr>
        <p:spPr>
          <a:xfrm rot="17500318">
            <a:off x="1026672" y="6165292"/>
            <a:ext cx="410849" cy="37684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Isosceles Triangle 18">
            <a:extLst>
              <a:ext uri="{FF2B5EF4-FFF2-40B4-BE49-F238E27FC236}">
                <a16:creationId xmlns:a16="http://schemas.microsoft.com/office/drawing/2014/main" id="{07FF6E52-AFE7-49E1-960E-67EA55F1A114}"/>
              </a:ext>
            </a:extLst>
          </p:cNvPr>
          <p:cNvSpPr/>
          <p:nvPr/>
        </p:nvSpPr>
        <p:spPr>
          <a:xfrm rot="3017962">
            <a:off x="1558544" y="5683016"/>
            <a:ext cx="341277" cy="313029"/>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Isosceles Triangle 19">
            <a:extLst>
              <a:ext uri="{FF2B5EF4-FFF2-40B4-BE49-F238E27FC236}">
                <a16:creationId xmlns:a16="http://schemas.microsoft.com/office/drawing/2014/main" id="{1E574DBF-308D-4634-BE9E-8A98D44C0ED9}"/>
              </a:ext>
            </a:extLst>
          </p:cNvPr>
          <p:cNvSpPr/>
          <p:nvPr/>
        </p:nvSpPr>
        <p:spPr>
          <a:xfrm rot="21058193">
            <a:off x="732574" y="5427813"/>
            <a:ext cx="772157" cy="67954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0D11EC5B-415E-4D66-BB38-28A7580BF1A2}"/>
              </a:ext>
            </a:extLst>
          </p:cNvPr>
          <p:cNvSpPr/>
          <p:nvPr/>
        </p:nvSpPr>
        <p:spPr>
          <a:xfrm>
            <a:off x="88900" y="85208"/>
            <a:ext cx="12014200" cy="6658492"/>
          </a:xfrm>
          <a:prstGeom prst="rect">
            <a:avLst/>
          </a:prstGeom>
          <a:noFill/>
          <a:ln w="349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Title 1">
            <a:extLst>
              <a:ext uri="{FF2B5EF4-FFF2-40B4-BE49-F238E27FC236}">
                <a16:creationId xmlns:a16="http://schemas.microsoft.com/office/drawing/2014/main" id="{9FADB47A-A3A5-4222-B04B-5B37E0D80C12}"/>
              </a:ext>
            </a:extLst>
          </p:cNvPr>
          <p:cNvSpPr txBox="1">
            <a:spLocks/>
          </p:cNvSpPr>
          <p:nvPr/>
        </p:nvSpPr>
        <p:spPr>
          <a:xfrm>
            <a:off x="1955248" y="2207612"/>
            <a:ext cx="5515133" cy="1325563"/>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r>
              <a:rPr kumimoji="0" lang="en-GB" sz="6600" b="1" i="0" u="none" strike="noStrike" kern="1200" cap="none" spc="0" normalizeH="0" baseline="0" noProof="0" dirty="0" err="1">
                <a:ln>
                  <a:noFill/>
                </a:ln>
                <a:solidFill>
                  <a:schemeClr val="bg1"/>
                </a:solidFill>
                <a:effectLst/>
                <a:uLnTx/>
                <a:uFillTx/>
                <a:latin typeface="Raleway" panose="020B0503030101060003" pitchFamily="34" charset="0"/>
              </a:rPr>
              <a:t>Dua</a:t>
            </a:r>
            <a:r>
              <a:rPr lang="en-GB" sz="6600" b="1" dirty="0">
                <a:solidFill>
                  <a:schemeClr val="bg1"/>
                </a:solidFill>
                <a:latin typeface="Raleway" panose="020B0503030101060003" pitchFamily="34" charset="0"/>
              </a:rPr>
              <a:t>l-Link Alert</a:t>
            </a:r>
            <a:endParaRPr kumimoji="0" lang="en-GB" sz="4800" b="1" i="0" u="none" strike="noStrike" kern="1200" cap="none" spc="0" normalizeH="0" baseline="0" noProof="0" dirty="0">
              <a:ln>
                <a:noFill/>
              </a:ln>
              <a:solidFill>
                <a:schemeClr val="bg1"/>
              </a:solidFill>
              <a:effectLst/>
              <a:uLnTx/>
              <a:uFillTx/>
              <a:latin typeface="Raleway" panose="020B0503030101060003" pitchFamily="34" charset="0"/>
            </a:endParaRPr>
          </a:p>
        </p:txBody>
      </p:sp>
      <p:sp>
        <p:nvSpPr>
          <p:cNvPr id="45" name="Title 1">
            <a:extLst>
              <a:ext uri="{FF2B5EF4-FFF2-40B4-BE49-F238E27FC236}">
                <a16:creationId xmlns:a16="http://schemas.microsoft.com/office/drawing/2014/main" id="{18B70398-986A-4248-ABE4-8381A6861063}"/>
              </a:ext>
            </a:extLst>
          </p:cNvPr>
          <p:cNvSpPr txBox="1">
            <a:spLocks/>
          </p:cNvSpPr>
          <p:nvPr/>
        </p:nvSpPr>
        <p:spPr>
          <a:xfrm>
            <a:off x="1417304" y="3566492"/>
            <a:ext cx="6350388" cy="5812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r>
              <a:rPr lang="en-US" sz="2200" b="1" dirty="0">
                <a:solidFill>
                  <a:schemeClr val="bg1"/>
                </a:solidFill>
                <a:latin typeface="Raleway" panose="020B0503030101060003" pitchFamily="34" charset="0"/>
              </a:rPr>
              <a:t>Integrated NRF Communication and GPS-Based Emergency SMS System</a:t>
            </a:r>
            <a:endParaRPr kumimoji="0" lang="en-GB" sz="2200" b="1" i="0" u="none" strike="noStrike" kern="1200" cap="none" spc="0" normalizeH="0" baseline="0" noProof="0" dirty="0">
              <a:ln>
                <a:noFill/>
              </a:ln>
              <a:solidFill>
                <a:schemeClr val="bg1"/>
              </a:solidFill>
              <a:effectLst/>
              <a:uLnTx/>
              <a:uFillTx/>
              <a:latin typeface="Raleway" panose="020B0503030101060003" pitchFamily="34" charset="0"/>
            </a:endParaRPr>
          </a:p>
        </p:txBody>
      </p:sp>
      <p:pic>
        <p:nvPicPr>
          <p:cNvPr id="46" name="Graphic 45">
            <a:extLst>
              <a:ext uri="{FF2B5EF4-FFF2-40B4-BE49-F238E27FC236}">
                <a16:creationId xmlns:a16="http://schemas.microsoft.com/office/drawing/2014/main" id="{A9BD5234-7CA8-4AC2-BADF-9DD6AEA7DE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48606" y="2203730"/>
            <a:ext cx="904018" cy="139080"/>
          </a:xfrm>
          <a:prstGeom prst="rect">
            <a:avLst/>
          </a:prstGeom>
        </p:spPr>
      </p:pic>
      <p:sp>
        <p:nvSpPr>
          <p:cNvPr id="47" name="Rectangle 46">
            <a:extLst>
              <a:ext uri="{FF2B5EF4-FFF2-40B4-BE49-F238E27FC236}">
                <a16:creationId xmlns:a16="http://schemas.microsoft.com/office/drawing/2014/main" id="{842DAC88-33CF-4093-9D65-CBB261720A5A}"/>
              </a:ext>
            </a:extLst>
          </p:cNvPr>
          <p:cNvSpPr/>
          <p:nvPr/>
        </p:nvSpPr>
        <p:spPr>
          <a:xfrm rot="16200000">
            <a:off x="-580401" y="2299708"/>
            <a:ext cx="1296000" cy="27681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8" name="Group 47">
            <a:extLst>
              <a:ext uri="{FF2B5EF4-FFF2-40B4-BE49-F238E27FC236}">
                <a16:creationId xmlns:a16="http://schemas.microsoft.com/office/drawing/2014/main" id="{1DB34CDE-0CBB-4BFC-8722-146A2B0773C2}"/>
              </a:ext>
            </a:extLst>
          </p:cNvPr>
          <p:cNvGrpSpPr/>
          <p:nvPr/>
        </p:nvGrpSpPr>
        <p:grpSpPr>
          <a:xfrm rot="5400000">
            <a:off x="4566269" y="1494275"/>
            <a:ext cx="188425" cy="3726570"/>
            <a:chOff x="6132021" y="1798326"/>
            <a:chExt cx="188425" cy="3726570"/>
          </a:xfrm>
          <a:solidFill>
            <a:schemeClr val="bg1"/>
          </a:solidFill>
        </p:grpSpPr>
        <p:sp>
          <p:nvSpPr>
            <p:cNvPr id="49" name="Rectangle 48">
              <a:extLst>
                <a:ext uri="{FF2B5EF4-FFF2-40B4-BE49-F238E27FC236}">
                  <a16:creationId xmlns:a16="http://schemas.microsoft.com/office/drawing/2014/main" id="{D1D553C8-2D3F-4F2E-A5ED-A20002D87247}"/>
                </a:ext>
              </a:extLst>
            </p:cNvPr>
            <p:cNvSpPr/>
            <p:nvPr/>
          </p:nvSpPr>
          <p:spPr>
            <a:xfrm>
              <a:off x="6192982" y="2327565"/>
              <a:ext cx="83127" cy="26517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Isosceles Triangle 49">
              <a:extLst>
                <a:ext uri="{FF2B5EF4-FFF2-40B4-BE49-F238E27FC236}">
                  <a16:creationId xmlns:a16="http://schemas.microsoft.com/office/drawing/2014/main" id="{6A80DCC4-3C2F-4364-A8DB-1E41009F15FB}"/>
                </a:ext>
              </a:extLst>
            </p:cNvPr>
            <p:cNvSpPr/>
            <p:nvPr/>
          </p:nvSpPr>
          <p:spPr>
            <a:xfrm>
              <a:off x="6137565" y="2069871"/>
              <a:ext cx="180109" cy="157942"/>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Isosceles Triangle 50">
              <a:extLst>
                <a:ext uri="{FF2B5EF4-FFF2-40B4-BE49-F238E27FC236}">
                  <a16:creationId xmlns:a16="http://schemas.microsoft.com/office/drawing/2014/main" id="{B4A5DCEE-E2F9-4024-B218-5BD6B211CF14}"/>
                </a:ext>
              </a:extLst>
            </p:cNvPr>
            <p:cNvSpPr/>
            <p:nvPr/>
          </p:nvSpPr>
          <p:spPr>
            <a:xfrm>
              <a:off x="6132021" y="1798326"/>
              <a:ext cx="180109" cy="157942"/>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Isosceles Triangle 51">
              <a:extLst>
                <a:ext uri="{FF2B5EF4-FFF2-40B4-BE49-F238E27FC236}">
                  <a16:creationId xmlns:a16="http://schemas.microsoft.com/office/drawing/2014/main" id="{86E43144-7280-4A35-B091-F55A586120B7}"/>
                </a:ext>
              </a:extLst>
            </p:cNvPr>
            <p:cNvSpPr/>
            <p:nvPr/>
          </p:nvSpPr>
          <p:spPr>
            <a:xfrm>
              <a:off x="6140337" y="5366954"/>
              <a:ext cx="180109" cy="157942"/>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Isosceles Triangle 52">
              <a:extLst>
                <a:ext uri="{FF2B5EF4-FFF2-40B4-BE49-F238E27FC236}">
                  <a16:creationId xmlns:a16="http://schemas.microsoft.com/office/drawing/2014/main" id="{0F00EB6E-652D-4ADC-9F18-F4FFAA8C36AC}"/>
                </a:ext>
              </a:extLst>
            </p:cNvPr>
            <p:cNvSpPr/>
            <p:nvPr/>
          </p:nvSpPr>
          <p:spPr>
            <a:xfrm>
              <a:off x="6134793" y="5095409"/>
              <a:ext cx="180109" cy="157942"/>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6" name="Picture Placeholder 5" descr="A picture containing bed, indoor, clothing&#10;&#10;Description automatically generated">
            <a:extLst>
              <a:ext uri="{FF2B5EF4-FFF2-40B4-BE49-F238E27FC236}">
                <a16:creationId xmlns:a16="http://schemas.microsoft.com/office/drawing/2014/main" id="{76D137F0-7361-4718-B903-8A1DC2AE08B1}"/>
              </a:ext>
            </a:extLst>
          </p:cNvPr>
          <p:cNvPicPr>
            <a:picLocks noGrp="1" noChangeAspect="1"/>
          </p:cNvPicPr>
          <p:nvPr>
            <p:ph type="pic" sz="quarter" idx="10"/>
          </p:nvPr>
        </p:nvPicPr>
        <p:blipFill>
          <a:blip r:embed="rId5">
            <a:extLst>
              <a:ext uri="{28A0092B-C50C-407E-A947-70E740481C1C}">
                <a14:useLocalDpi xmlns:a14="http://schemas.microsoft.com/office/drawing/2010/main" val="0"/>
              </a:ext>
            </a:extLst>
          </a:blip>
          <a:srcRect l="2130" r="2130"/>
          <a:stretch>
            <a:fillRect/>
          </a:stretch>
        </p:blipFill>
        <p:spPr>
          <a:xfrm rot="263267">
            <a:off x="8094245" y="1628097"/>
            <a:ext cx="3406339" cy="3558615"/>
          </a:xfrm>
        </p:spPr>
      </p:pic>
      <p:pic>
        <p:nvPicPr>
          <p:cNvPr id="3" name="Picture 2">
            <a:extLst>
              <a:ext uri="{FF2B5EF4-FFF2-40B4-BE49-F238E27FC236}">
                <a16:creationId xmlns:a16="http://schemas.microsoft.com/office/drawing/2014/main" id="{DB1B2DBF-6C32-401C-85CF-76FCBDA78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0886" y="4375948"/>
            <a:ext cx="1731089" cy="1069774"/>
          </a:xfrm>
          <a:prstGeom prst="rect">
            <a:avLst/>
          </a:prstGeom>
        </p:spPr>
      </p:pic>
    </p:spTree>
    <p:extLst>
      <p:ext uri="{BB962C8B-B14F-4D97-AF65-F5344CB8AC3E}">
        <p14:creationId xmlns:p14="http://schemas.microsoft.com/office/powerpoint/2010/main" val="1459227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6000"/>
                                        <p:tgtEl>
                                          <p:spTgt spid="23"/>
                                        </p:tgtEl>
                                      </p:cBhvr>
                                    </p:animEffect>
                                  </p:childTnLst>
                                </p:cTn>
                              </p:par>
                              <p:par>
                                <p:cTn id="8" presetID="22" presetClass="entr" presetSubtype="8" fill="hold" nodeType="withEffect">
                                  <p:stCondLst>
                                    <p:cond delay="250"/>
                                  </p:stCondLst>
                                  <p:childTnLst>
                                    <p:set>
                                      <p:cBhvr>
                                        <p:cTn id="9" dur="1" fill="hold">
                                          <p:stCondLst>
                                            <p:cond delay="0"/>
                                          </p:stCondLst>
                                        </p:cTn>
                                        <p:tgtEl>
                                          <p:spTgt spid="46"/>
                                        </p:tgtEl>
                                        <p:attrNameLst>
                                          <p:attrName>style.visibility</p:attrName>
                                        </p:attrNameLst>
                                      </p:cBhvr>
                                      <p:to>
                                        <p:strVal val="visible"/>
                                      </p:to>
                                    </p:set>
                                    <p:animEffect transition="in" filter="wipe(left)">
                                      <p:cBhvr>
                                        <p:cTn id="1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20CF9-2408-4989-B91C-8FFA83AC68F8}"/>
              </a:ext>
            </a:extLst>
          </p:cNvPr>
          <p:cNvSpPr>
            <a:spLocks noGrp="1"/>
          </p:cNvSpPr>
          <p:nvPr>
            <p:ph type="title"/>
          </p:nvPr>
        </p:nvSpPr>
        <p:spPr>
          <a:xfrm>
            <a:off x="1273519" y="363336"/>
            <a:ext cx="5037862" cy="5985799"/>
          </a:xfrm>
        </p:spPr>
        <p:txBody>
          <a:bodyPr>
            <a:normAutofit/>
          </a:bodyPr>
          <a:lstStyle/>
          <a:p>
            <a:r>
              <a:rPr lang="en-GB" sz="5400" b="1" dirty="0">
                <a:latin typeface="Raleway" panose="020B0503030101060003" pitchFamily="34" charset="0"/>
                <a:cs typeface="Raavi" panose="020B0502040204020203" pitchFamily="34" charset="0"/>
              </a:rPr>
              <a:t>Presentation </a:t>
            </a:r>
            <a:br>
              <a:rPr lang="en-GB" sz="5400" b="1" dirty="0">
                <a:latin typeface="Raleway" panose="020B0503030101060003" pitchFamily="34" charset="0"/>
                <a:cs typeface="Raavi" panose="020B0502040204020203" pitchFamily="34" charset="0"/>
              </a:rPr>
            </a:br>
            <a:r>
              <a:rPr lang="en-GB" sz="5400" b="1" dirty="0">
                <a:latin typeface="Raleway" panose="020B0503030101060003" pitchFamily="34" charset="0"/>
                <a:cs typeface="Raavi" panose="020B0502040204020203" pitchFamily="34" charset="0"/>
              </a:rPr>
              <a:t>Main Points</a:t>
            </a:r>
          </a:p>
        </p:txBody>
      </p:sp>
      <p:sp>
        <p:nvSpPr>
          <p:cNvPr id="20" name="Rectangle 19">
            <a:extLst>
              <a:ext uri="{FF2B5EF4-FFF2-40B4-BE49-F238E27FC236}">
                <a16:creationId xmlns:a16="http://schemas.microsoft.com/office/drawing/2014/main" id="{F6BCB9BC-51EA-47AA-B1DB-D076B5C07F91}"/>
              </a:ext>
            </a:extLst>
          </p:cNvPr>
          <p:cNvSpPr/>
          <p:nvPr/>
        </p:nvSpPr>
        <p:spPr>
          <a:xfrm flipV="1">
            <a:off x="3642840" y="4977655"/>
            <a:ext cx="1945431" cy="83975"/>
          </a:xfrm>
          <a:prstGeom prst="rect">
            <a:avLst/>
          </a:prstGeom>
          <a:solidFill>
            <a:srgbClr val="007C38"/>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30D36EE6-D139-45B1-94BF-F42F0FB23B15}"/>
              </a:ext>
            </a:extLst>
          </p:cNvPr>
          <p:cNvSpPr txBox="1"/>
          <p:nvPr/>
        </p:nvSpPr>
        <p:spPr>
          <a:xfrm>
            <a:off x="6211663" y="1648075"/>
            <a:ext cx="5564965" cy="341632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GB" sz="3600" b="1" dirty="0">
                <a:latin typeface="Raleway" panose="020B0503030101060003" pitchFamily="34" charset="0"/>
              </a:rPr>
              <a:t> </a:t>
            </a:r>
            <a:r>
              <a:rPr kumimoji="0" lang="en-GB" sz="3600" b="1" i="0" u="none" strike="noStrike" kern="1200" cap="none" spc="0" normalizeH="0" baseline="0" noProof="0" dirty="0">
                <a:ln>
                  <a:noFill/>
                </a:ln>
                <a:effectLst/>
                <a:uLnTx/>
                <a:uFillTx/>
                <a:latin typeface="Raleway" panose="020B0503030101060003" pitchFamily="34" charset="0"/>
                <a:ea typeface="+mn-ea"/>
                <a:cs typeface="+mn-cs"/>
              </a:rPr>
              <a:t>Introduction</a:t>
            </a:r>
          </a:p>
          <a:p>
            <a:pPr marL="285750" lvl="0" indent="-285750">
              <a:buFont typeface="Wingdings" panose="05000000000000000000" pitchFamily="2" charset="2"/>
              <a:buChar char="ü"/>
              <a:defRPr/>
            </a:pPr>
            <a:r>
              <a:rPr lang="en-US" sz="3600" b="1" dirty="0">
                <a:latin typeface="Raleway" panose="020B0503030101060003" pitchFamily="34" charset="0"/>
              </a:rPr>
              <a:t> The health and communication section</a:t>
            </a:r>
          </a:p>
          <a:p>
            <a:pPr marL="285750" lvl="0" indent="-285750">
              <a:buFont typeface="Wingdings" panose="05000000000000000000" pitchFamily="2" charset="2"/>
              <a:buChar char="ü"/>
              <a:defRPr/>
            </a:pPr>
            <a:r>
              <a:rPr lang="en-US" sz="3600" b="1" dirty="0">
                <a:latin typeface="Raleway" panose="020B0503030101060003" pitchFamily="34" charset="0"/>
              </a:rPr>
              <a:t>Schematic and circuit</a:t>
            </a:r>
          </a:p>
          <a:p>
            <a:pPr marL="285750" lvl="0" indent="-285750">
              <a:buFont typeface="Wingdings" panose="05000000000000000000" pitchFamily="2" charset="2"/>
              <a:buChar char="ü"/>
              <a:defRPr/>
            </a:pPr>
            <a:r>
              <a:rPr lang="en-US" sz="3600" b="1" dirty="0">
                <a:latin typeface="Raleway" panose="020B0503030101060003" pitchFamily="34" charset="0"/>
              </a:rPr>
              <a:t>A</a:t>
            </a:r>
            <a:r>
              <a:rPr kumimoji="0" lang="en-US" sz="3600" b="1" i="0" u="none" strike="noStrike" kern="1200" cap="none" spc="0" normalizeH="0" baseline="0" noProof="0" dirty="0" err="1">
                <a:ln>
                  <a:noFill/>
                </a:ln>
                <a:effectLst/>
                <a:uLnTx/>
                <a:uFillTx/>
                <a:latin typeface="Raleway" panose="020B0503030101060003" pitchFamily="34" charset="0"/>
                <a:ea typeface="+mn-ea"/>
                <a:cs typeface="+mn-cs"/>
              </a:rPr>
              <a:t>dvantage</a:t>
            </a:r>
            <a:endParaRPr kumimoji="0" lang="en-US" sz="3600" b="1" i="0" u="none" strike="noStrike" kern="1200" cap="none" spc="0" normalizeH="0" baseline="0" noProof="0" dirty="0">
              <a:ln>
                <a:noFill/>
              </a:ln>
              <a:effectLst/>
              <a:uLnTx/>
              <a:uFillTx/>
              <a:latin typeface="Raleway" panose="020B0503030101060003" pitchFamily="34" charset="0"/>
              <a:ea typeface="+mn-ea"/>
              <a:cs typeface="+mn-cs"/>
            </a:endParaRPr>
          </a:p>
          <a:p>
            <a:pPr marL="285750" lvl="0" indent="-285750">
              <a:buFont typeface="Wingdings" panose="05000000000000000000" pitchFamily="2" charset="2"/>
              <a:buChar char="ü"/>
              <a:defRPr/>
            </a:pPr>
            <a:r>
              <a:rPr lang="en-US" sz="3600" b="1" dirty="0">
                <a:latin typeface="Raleway" panose="020B0503030101060003" pitchFamily="34" charset="0"/>
              </a:rPr>
              <a:t>Conclusion</a:t>
            </a:r>
            <a:endParaRPr kumimoji="0" lang="en-GB" sz="3600" b="1" i="0" u="none" strike="noStrike" kern="1200" cap="none" spc="0" normalizeH="0" baseline="0" noProof="0" dirty="0">
              <a:ln>
                <a:noFill/>
              </a:ln>
              <a:effectLst/>
              <a:uLnTx/>
              <a:uFillTx/>
              <a:latin typeface="Raleway" panose="020B0503030101060003" pitchFamily="34" charset="0"/>
              <a:ea typeface="+mn-ea"/>
              <a:cs typeface="+mn-cs"/>
            </a:endParaRPr>
          </a:p>
        </p:txBody>
      </p:sp>
      <p:sp>
        <p:nvSpPr>
          <p:cNvPr id="5" name="Rectangle 4">
            <a:extLst>
              <a:ext uri="{FF2B5EF4-FFF2-40B4-BE49-F238E27FC236}">
                <a16:creationId xmlns:a16="http://schemas.microsoft.com/office/drawing/2014/main" id="{79A0D78C-3642-425E-A25F-CE7A59BF237C}"/>
              </a:ext>
            </a:extLst>
          </p:cNvPr>
          <p:cNvSpPr/>
          <p:nvPr/>
        </p:nvSpPr>
        <p:spPr>
          <a:xfrm rot="16200000">
            <a:off x="11405597" y="1318618"/>
            <a:ext cx="1296000" cy="276812"/>
          </a:xfrm>
          <a:prstGeom prst="rect">
            <a:avLst/>
          </a:prstGeom>
          <a:solidFill>
            <a:srgbClr val="007C38"/>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Graphic 11">
            <a:extLst>
              <a:ext uri="{FF2B5EF4-FFF2-40B4-BE49-F238E27FC236}">
                <a16:creationId xmlns:a16="http://schemas.microsoft.com/office/drawing/2014/main" id="{2A15B98E-839D-4109-81E1-BA6F644B08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11229" y="1189151"/>
            <a:ext cx="904018" cy="139080"/>
          </a:xfrm>
          <a:prstGeom prst="rect">
            <a:avLst/>
          </a:prstGeom>
        </p:spPr>
      </p:pic>
      <p:sp>
        <p:nvSpPr>
          <p:cNvPr id="13" name="Oval 12">
            <a:extLst>
              <a:ext uri="{FF2B5EF4-FFF2-40B4-BE49-F238E27FC236}">
                <a16:creationId xmlns:a16="http://schemas.microsoft.com/office/drawing/2014/main" id="{F3E9DB79-6EDD-4FC3-B838-096B2B7814FA}"/>
              </a:ext>
            </a:extLst>
          </p:cNvPr>
          <p:cNvSpPr/>
          <p:nvPr/>
        </p:nvSpPr>
        <p:spPr>
          <a:xfrm>
            <a:off x="4750647" y="2045395"/>
            <a:ext cx="266700" cy="266700"/>
          </a:xfrm>
          <a:prstGeom prst="ellipse">
            <a:avLst/>
          </a:prstGeom>
          <a:solidFill>
            <a:srgbClr val="007C38"/>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43A202A7-A32E-4C89-8CE1-5C1700DCBEB5}"/>
              </a:ext>
            </a:extLst>
          </p:cNvPr>
          <p:cNvSpPr/>
          <p:nvPr/>
        </p:nvSpPr>
        <p:spPr>
          <a:xfrm>
            <a:off x="5119933" y="2045395"/>
            <a:ext cx="266700" cy="266700"/>
          </a:xfrm>
          <a:prstGeom prst="ellipse">
            <a:avLst/>
          </a:prstGeom>
          <a:solidFill>
            <a:srgbClr val="007C38"/>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C2F55F34-1111-43EC-A1C9-ACA7284EFA08}"/>
              </a:ext>
            </a:extLst>
          </p:cNvPr>
          <p:cNvSpPr/>
          <p:nvPr/>
        </p:nvSpPr>
        <p:spPr>
          <a:xfrm>
            <a:off x="5484275" y="2045395"/>
            <a:ext cx="266700" cy="266700"/>
          </a:xfrm>
          <a:prstGeom prst="ellipse">
            <a:avLst/>
          </a:prstGeom>
          <a:solidFill>
            <a:srgbClr val="007C38"/>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4FAF8D9-48C3-4C9A-9262-B3EC375010DB}"/>
              </a:ext>
            </a:extLst>
          </p:cNvPr>
          <p:cNvSpPr/>
          <p:nvPr/>
        </p:nvSpPr>
        <p:spPr>
          <a:xfrm>
            <a:off x="0" y="43543"/>
            <a:ext cx="12119428" cy="6771203"/>
          </a:xfrm>
          <a:prstGeom prst="rect">
            <a:avLst/>
          </a:prstGeom>
          <a:noFill/>
          <a:ln w="155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4893B522-9906-4AD5-B3A6-5F1326AF8067}"/>
              </a:ext>
            </a:extLst>
          </p:cNvPr>
          <p:cNvPicPr>
            <a:picLocks noChangeAspect="1"/>
          </p:cNvPicPr>
          <p:nvPr/>
        </p:nvPicPr>
        <p:blipFill>
          <a:blip r:embed="rId4">
            <a:extLst>
              <a:ext uri="{BEBA8EAE-BF5A-486C-A8C5-ECC9F3942E4B}">
                <a14:imgProps xmlns:a14="http://schemas.microsoft.com/office/drawing/2010/main">
                  <a14:imgLayer r:embed="rId5">
                    <a14:imgEffect>
                      <a14:artisticWatercolorSponge/>
                    </a14:imgEffect>
                  </a14:imgLayer>
                </a14:imgProps>
              </a:ext>
              <a:ext uri="{28A0092B-C50C-407E-A947-70E740481C1C}">
                <a14:useLocalDpi xmlns:a14="http://schemas.microsoft.com/office/drawing/2010/main" val="0"/>
              </a:ext>
            </a:extLst>
          </a:blip>
          <a:stretch>
            <a:fillRect/>
          </a:stretch>
        </p:blipFill>
        <p:spPr>
          <a:xfrm>
            <a:off x="1183800" y="4657612"/>
            <a:ext cx="1171665" cy="724063"/>
          </a:xfrm>
          <a:prstGeom prst="rect">
            <a:avLst/>
          </a:prstGeom>
        </p:spPr>
      </p:pic>
      <p:pic>
        <p:nvPicPr>
          <p:cNvPr id="6" name="Picture 5">
            <a:extLst>
              <a:ext uri="{FF2B5EF4-FFF2-40B4-BE49-F238E27FC236}">
                <a16:creationId xmlns:a16="http://schemas.microsoft.com/office/drawing/2014/main" id="{82CBC144-9172-4F61-B764-8829E5F5852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09942" y="1908932"/>
            <a:ext cx="3226156" cy="611593"/>
          </a:xfrm>
          <a:prstGeom prst="rect">
            <a:avLst/>
          </a:prstGeom>
        </p:spPr>
      </p:pic>
    </p:spTree>
    <p:extLst>
      <p:ext uri="{BB962C8B-B14F-4D97-AF65-F5344CB8AC3E}">
        <p14:creationId xmlns:p14="http://schemas.microsoft.com/office/powerpoint/2010/main" val="48540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42" presetClass="entr" presetSubtype="0" fill="hold" grpId="0" nodeType="withEffect">
                                  <p:stCondLst>
                                    <p:cond delay="25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000"/>
                                        <p:tgtEl>
                                          <p:spTgt spid="13"/>
                                        </p:tgtEl>
                                      </p:cBhvr>
                                    </p:animEffect>
                                    <p:anim calcmode="lin" valueType="num">
                                      <p:cBhvr>
                                        <p:cTn id="11" dur="1000" fill="hold"/>
                                        <p:tgtEl>
                                          <p:spTgt spid="13"/>
                                        </p:tgtEl>
                                        <p:attrNameLst>
                                          <p:attrName>ppt_x</p:attrName>
                                        </p:attrNameLst>
                                      </p:cBhvr>
                                      <p:tavLst>
                                        <p:tav tm="0">
                                          <p:val>
                                            <p:strVal val="#ppt_x"/>
                                          </p:val>
                                        </p:tav>
                                        <p:tav tm="100000">
                                          <p:val>
                                            <p:strVal val="#ppt_x"/>
                                          </p:val>
                                        </p:tav>
                                      </p:tavLst>
                                    </p:anim>
                                    <p:anim calcmode="lin" valueType="num">
                                      <p:cBhvr>
                                        <p:cTn id="12" dur="1000" fill="hold"/>
                                        <p:tgtEl>
                                          <p:spTgt spid="13"/>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50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anim calcmode="lin" valueType="num">
                                      <p:cBhvr>
                                        <p:cTn id="16" dur="1000" fill="hold"/>
                                        <p:tgtEl>
                                          <p:spTgt spid="14"/>
                                        </p:tgtEl>
                                        <p:attrNameLst>
                                          <p:attrName>ppt_x</p:attrName>
                                        </p:attrNameLst>
                                      </p:cBhvr>
                                      <p:tavLst>
                                        <p:tav tm="0">
                                          <p:val>
                                            <p:strVal val="#ppt_x"/>
                                          </p:val>
                                        </p:tav>
                                        <p:tav tm="100000">
                                          <p:val>
                                            <p:strVal val="#ppt_x"/>
                                          </p:val>
                                        </p:tav>
                                      </p:tavLst>
                                    </p:anim>
                                    <p:anim calcmode="lin" valueType="num">
                                      <p:cBhvr>
                                        <p:cTn id="17" dur="1000" fill="hold"/>
                                        <p:tgtEl>
                                          <p:spTgt spid="14"/>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7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1000"/>
                                        <p:tgtEl>
                                          <p:spTgt spid="15"/>
                                        </p:tgtEl>
                                      </p:cBhvr>
                                    </p:animEffect>
                                    <p:anim calcmode="lin" valueType="num">
                                      <p:cBhvr>
                                        <p:cTn id="21" dur="1000" fill="hold"/>
                                        <p:tgtEl>
                                          <p:spTgt spid="15"/>
                                        </p:tgtEl>
                                        <p:attrNameLst>
                                          <p:attrName>ppt_x</p:attrName>
                                        </p:attrNameLst>
                                      </p:cBhvr>
                                      <p:tavLst>
                                        <p:tav tm="0">
                                          <p:val>
                                            <p:strVal val="#ppt_x"/>
                                          </p:val>
                                        </p:tav>
                                        <p:tav tm="100000">
                                          <p:val>
                                            <p:strVal val="#ppt_x"/>
                                          </p:val>
                                        </p:tav>
                                      </p:tavLst>
                                    </p:anim>
                                    <p:anim calcmode="lin" valueType="num">
                                      <p:cBhvr>
                                        <p:cTn id="22" dur="1000" fill="hold"/>
                                        <p:tgtEl>
                                          <p:spTgt spid="15"/>
                                        </p:tgtEl>
                                        <p:attrNameLst>
                                          <p:attrName>ppt_y</p:attrName>
                                        </p:attrNameLst>
                                      </p:cBhvr>
                                      <p:tavLst>
                                        <p:tav tm="0">
                                          <p:val>
                                            <p:strVal val="#ppt_y+.1"/>
                                          </p:val>
                                        </p:tav>
                                        <p:tav tm="100000">
                                          <p:val>
                                            <p:strVal val="#ppt_y"/>
                                          </p:val>
                                        </p:tav>
                                      </p:tavLst>
                                    </p:anim>
                                  </p:childTnLst>
                                </p:cTn>
                              </p:par>
                              <p:par>
                                <p:cTn id="23" presetID="22" presetClass="entr" presetSubtype="8" fill="hold" grpId="0" nodeType="withEffect">
                                  <p:stCondLst>
                                    <p:cond delay="100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6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B712760A-2D06-4050-8759-EDCBBC6CB5A7}"/>
              </a:ext>
            </a:extLst>
          </p:cNvPr>
          <p:cNvSpPr/>
          <p:nvPr/>
        </p:nvSpPr>
        <p:spPr>
          <a:xfrm>
            <a:off x="429258" y="4078774"/>
            <a:ext cx="3247737" cy="1696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id="{BA1265F5-8DB7-4CA9-A133-33D86E8BEFD6}"/>
              </a:ext>
            </a:extLst>
          </p:cNvPr>
          <p:cNvSpPr txBox="1"/>
          <p:nvPr/>
        </p:nvSpPr>
        <p:spPr>
          <a:xfrm>
            <a:off x="4434637" y="2983757"/>
            <a:ext cx="7172617" cy="1938992"/>
          </a:xfrm>
          <a:prstGeom prst="rect">
            <a:avLst/>
          </a:prstGeom>
          <a:noFill/>
        </p:spPr>
        <p:txBody>
          <a:bodyPr wrap="square" rtlCol="0">
            <a:spAutoFit/>
          </a:bodyPr>
          <a:lstStyle/>
          <a:p>
            <a:r>
              <a:rPr lang="en-US" sz="2400" dirty="0"/>
              <a:t>The situation in Gaza is critical, with its healthcare system overwhelmed by the rising casualties. We're here to innovate and create solutions to aid those in urgent need, streamline emergency responses, and ensure that no cry for help goes unheard.</a:t>
            </a:r>
            <a:endParaRPr lang="en-GB" sz="2400" dirty="0">
              <a:solidFill>
                <a:schemeClr val="tx1">
                  <a:lumMod val="75000"/>
                  <a:lumOff val="25000"/>
                </a:schemeClr>
              </a:solidFill>
              <a:latin typeface="Abadi" panose="020B0604020104020204" pitchFamily="34" charset="0"/>
            </a:endParaRPr>
          </a:p>
        </p:txBody>
      </p:sp>
      <p:sp>
        <p:nvSpPr>
          <p:cNvPr id="46" name="TextBox 45">
            <a:extLst>
              <a:ext uri="{FF2B5EF4-FFF2-40B4-BE49-F238E27FC236}">
                <a16:creationId xmlns:a16="http://schemas.microsoft.com/office/drawing/2014/main" id="{1BE27FC2-1239-43E3-ADB2-370D5F00F27F}"/>
              </a:ext>
            </a:extLst>
          </p:cNvPr>
          <p:cNvSpPr txBox="1"/>
          <p:nvPr/>
        </p:nvSpPr>
        <p:spPr>
          <a:xfrm>
            <a:off x="4327778" y="977748"/>
            <a:ext cx="7386333"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600" b="0" i="0" u="none" strike="noStrike" kern="1200" cap="none" spc="0" normalizeH="0" baseline="0" noProof="0" dirty="0">
                <a:ln>
                  <a:noFill/>
                </a:ln>
                <a:effectLst/>
                <a:uLnTx/>
                <a:uFillTx/>
                <a:latin typeface="Aharoni" panose="02010803020104030203" pitchFamily="2" charset="-79"/>
                <a:ea typeface="+mn-ea"/>
                <a:cs typeface="Aharoni" panose="02010803020104030203" pitchFamily="2" charset="-79"/>
              </a:rPr>
              <a:t>Introduction</a:t>
            </a:r>
          </a:p>
        </p:txBody>
      </p:sp>
      <p:pic>
        <p:nvPicPr>
          <p:cNvPr id="16" name="Graphic 15">
            <a:extLst>
              <a:ext uri="{FF2B5EF4-FFF2-40B4-BE49-F238E27FC236}">
                <a16:creationId xmlns:a16="http://schemas.microsoft.com/office/drawing/2014/main" id="{A0BA31CE-6799-42B5-A6C8-D3FE94C704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1" y="12851"/>
            <a:ext cx="4207031" cy="3926562"/>
          </a:xfrm>
          <a:prstGeom prst="rect">
            <a:avLst/>
          </a:prstGeom>
        </p:spPr>
      </p:pic>
      <p:pic>
        <p:nvPicPr>
          <p:cNvPr id="28" name="Graphic 27" descr="Open quotation mark">
            <a:extLst>
              <a:ext uri="{FF2B5EF4-FFF2-40B4-BE49-F238E27FC236}">
                <a16:creationId xmlns:a16="http://schemas.microsoft.com/office/drawing/2014/main" id="{35ED3441-8853-4841-A217-BAB9D6D8697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84651" y="2111059"/>
            <a:ext cx="914400" cy="914400"/>
          </a:xfrm>
          <a:prstGeom prst="rect">
            <a:avLst/>
          </a:prstGeom>
        </p:spPr>
      </p:pic>
      <p:pic>
        <p:nvPicPr>
          <p:cNvPr id="29" name="Graphic 28" descr="Open quotation mark">
            <a:extLst>
              <a:ext uri="{FF2B5EF4-FFF2-40B4-BE49-F238E27FC236}">
                <a16:creationId xmlns:a16="http://schemas.microsoft.com/office/drawing/2014/main" id="{9400D66B-DFA1-4582-9387-E4DBA51A6BC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0800000">
            <a:off x="9868186" y="5165224"/>
            <a:ext cx="914400" cy="914400"/>
          </a:xfrm>
          <a:prstGeom prst="rect">
            <a:avLst/>
          </a:prstGeom>
        </p:spPr>
      </p:pic>
      <p:sp>
        <p:nvSpPr>
          <p:cNvPr id="31" name="Oval 30">
            <a:extLst>
              <a:ext uri="{FF2B5EF4-FFF2-40B4-BE49-F238E27FC236}">
                <a16:creationId xmlns:a16="http://schemas.microsoft.com/office/drawing/2014/main" id="{D7747AC3-813E-4FC5-A399-4304E11E4FA0}"/>
              </a:ext>
            </a:extLst>
          </p:cNvPr>
          <p:cNvSpPr/>
          <p:nvPr/>
        </p:nvSpPr>
        <p:spPr>
          <a:xfrm>
            <a:off x="1574883" y="6346825"/>
            <a:ext cx="266700" cy="266700"/>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C5CCC9B2-C5EA-49BA-8C50-2B323F4C1BFC}"/>
              </a:ext>
            </a:extLst>
          </p:cNvPr>
          <p:cNvSpPr/>
          <p:nvPr/>
        </p:nvSpPr>
        <p:spPr>
          <a:xfrm>
            <a:off x="1944169" y="6346825"/>
            <a:ext cx="266700" cy="2667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2B691982-13A9-4FB2-8C4D-87B5D95BCDEA}"/>
              </a:ext>
            </a:extLst>
          </p:cNvPr>
          <p:cNvSpPr/>
          <p:nvPr/>
        </p:nvSpPr>
        <p:spPr>
          <a:xfrm>
            <a:off x="2308511" y="6346825"/>
            <a:ext cx="266700" cy="266700"/>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27E2DA40-AD17-4BC5-B823-0B5F7BFB3518}"/>
              </a:ext>
            </a:extLst>
          </p:cNvPr>
          <p:cNvSpPr/>
          <p:nvPr/>
        </p:nvSpPr>
        <p:spPr>
          <a:xfrm>
            <a:off x="793066" y="998599"/>
            <a:ext cx="2368796" cy="2368794"/>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9" name="Straight Connector 68">
            <a:extLst>
              <a:ext uri="{FF2B5EF4-FFF2-40B4-BE49-F238E27FC236}">
                <a16:creationId xmlns:a16="http://schemas.microsoft.com/office/drawing/2014/main" id="{6575683A-3F1F-48A0-A010-BFAC4E8D8C1B}"/>
              </a:ext>
            </a:extLst>
          </p:cNvPr>
          <p:cNvCxnSpPr/>
          <p:nvPr/>
        </p:nvCxnSpPr>
        <p:spPr>
          <a:xfrm>
            <a:off x="2855369" y="3278468"/>
            <a:ext cx="586651"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6299952-E1F4-4EBC-8727-2C7A5E75E122}"/>
              </a:ext>
            </a:extLst>
          </p:cNvPr>
          <p:cNvCxnSpPr>
            <a:cxnSpLocks/>
          </p:cNvCxnSpPr>
          <p:nvPr/>
        </p:nvCxnSpPr>
        <p:spPr>
          <a:xfrm>
            <a:off x="2801580" y="3131918"/>
            <a:ext cx="360282"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FEEBF33-9D36-4102-B3FD-4EBAEEC87D96}"/>
              </a:ext>
            </a:extLst>
          </p:cNvPr>
          <p:cNvCxnSpPr>
            <a:cxnSpLocks/>
          </p:cNvCxnSpPr>
          <p:nvPr/>
        </p:nvCxnSpPr>
        <p:spPr>
          <a:xfrm>
            <a:off x="429258" y="1711207"/>
            <a:ext cx="360282"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F2961EC-36C8-4EFE-9EC9-9FFBEAAB38E2}"/>
              </a:ext>
            </a:extLst>
          </p:cNvPr>
          <p:cNvCxnSpPr>
            <a:cxnSpLocks/>
          </p:cNvCxnSpPr>
          <p:nvPr/>
        </p:nvCxnSpPr>
        <p:spPr>
          <a:xfrm>
            <a:off x="429258" y="1567772"/>
            <a:ext cx="162413"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Picture Placeholder 3">
            <a:extLst>
              <a:ext uri="{FF2B5EF4-FFF2-40B4-BE49-F238E27FC236}">
                <a16:creationId xmlns:a16="http://schemas.microsoft.com/office/drawing/2014/main" id="{E2F86FDA-1FB9-44A1-9D73-1D1664197B17}"/>
              </a:ext>
            </a:extLst>
          </p:cNvPr>
          <p:cNvPicPr>
            <a:picLocks noGrp="1" noChangeAspect="1"/>
          </p:cNvPicPr>
          <p:nvPr>
            <p:ph type="pic" sz="quarter" idx="10"/>
          </p:nvPr>
        </p:nvPicPr>
        <p:blipFill>
          <a:blip r:embed="rId6">
            <a:extLst>
              <a:ext uri="{28A0092B-C50C-407E-A947-70E740481C1C}">
                <a14:useLocalDpi xmlns:a14="http://schemas.microsoft.com/office/drawing/2010/main" val="0"/>
              </a:ext>
            </a:extLst>
          </a:blip>
          <a:stretch>
            <a:fillRect/>
          </a:stretch>
        </p:blipFill>
        <p:spPr>
          <a:xfrm>
            <a:off x="789540" y="1157591"/>
            <a:ext cx="2197514" cy="2209802"/>
          </a:xfrm>
          <a:blipFill>
            <a:blip r:embed="rId7"/>
            <a:stretch>
              <a:fillRect/>
            </a:stretch>
          </a:blipFill>
        </p:spPr>
      </p:pic>
      <p:sp>
        <p:nvSpPr>
          <p:cNvPr id="26" name="Rectangle 25">
            <a:extLst>
              <a:ext uri="{FF2B5EF4-FFF2-40B4-BE49-F238E27FC236}">
                <a16:creationId xmlns:a16="http://schemas.microsoft.com/office/drawing/2014/main" id="{9FBD3181-7C55-4802-891D-CC29FA0205A6}"/>
              </a:ext>
            </a:extLst>
          </p:cNvPr>
          <p:cNvSpPr/>
          <p:nvPr/>
        </p:nvSpPr>
        <p:spPr>
          <a:xfrm>
            <a:off x="0" y="43543"/>
            <a:ext cx="12119428" cy="6771203"/>
          </a:xfrm>
          <a:prstGeom prst="rect">
            <a:avLst/>
          </a:prstGeom>
          <a:noFill/>
          <a:ln w="155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B8FA16BC-634D-4D56-A98F-AAF7F8E20BD2}"/>
              </a:ext>
            </a:extLst>
          </p:cNvPr>
          <p:cNvSpPr txBox="1"/>
          <p:nvPr/>
        </p:nvSpPr>
        <p:spPr>
          <a:xfrm>
            <a:off x="884237" y="3939414"/>
            <a:ext cx="3020365" cy="1138773"/>
          </a:xfrm>
          <a:prstGeom prst="rect">
            <a:avLst/>
          </a:prstGeom>
          <a:noFill/>
        </p:spPr>
        <p:txBody>
          <a:bodyPr wrap="square" rtlCol="1">
            <a:spAutoFit/>
          </a:bodyPr>
          <a:lstStyle/>
          <a:p>
            <a:r>
              <a:rPr lang="en-US" sz="3200" dirty="0">
                <a:latin typeface="Aharoni" panose="02010803020104030203" pitchFamily="2" charset="-79"/>
                <a:cs typeface="Aharoni" panose="02010803020104030203" pitchFamily="2" charset="-79"/>
              </a:rPr>
              <a:t>Our team :</a:t>
            </a:r>
          </a:p>
          <a:p>
            <a:r>
              <a:rPr lang="en-US" dirty="0"/>
              <a:t>LAOUDI Farid</a:t>
            </a:r>
          </a:p>
          <a:p>
            <a:r>
              <a:rPr lang="en-US" dirty="0"/>
              <a:t>LADREM Abd-Ul-</a:t>
            </a:r>
            <a:r>
              <a:rPr lang="en-US" dirty="0" err="1"/>
              <a:t>Haq</a:t>
            </a:r>
            <a:r>
              <a:rPr lang="en-US" dirty="0"/>
              <a:t> Amine</a:t>
            </a:r>
            <a:endParaRPr lang="ar-SA" dirty="0"/>
          </a:p>
        </p:txBody>
      </p:sp>
    </p:spTree>
    <p:extLst>
      <p:ext uri="{BB962C8B-B14F-4D97-AF65-F5344CB8AC3E}">
        <p14:creationId xmlns:p14="http://schemas.microsoft.com/office/powerpoint/2010/main" val="2187362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50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0-#ppt_w/2"/>
                                          </p:val>
                                        </p:tav>
                                        <p:tav tm="100000">
                                          <p:val>
                                            <p:strVal val="#ppt_x"/>
                                          </p:val>
                                        </p:tav>
                                      </p:tavLst>
                                    </p:anim>
                                    <p:anim calcmode="lin" valueType="num">
                                      <p:cBhvr additive="base">
                                        <p:cTn id="8" dur="500" fill="hold"/>
                                        <p:tgtEl>
                                          <p:spTgt spid="46"/>
                                        </p:tgtEl>
                                        <p:attrNameLst>
                                          <p:attrName>ppt_y</p:attrName>
                                        </p:attrNameLst>
                                      </p:cBhvr>
                                      <p:tavLst>
                                        <p:tav tm="0">
                                          <p:val>
                                            <p:strVal val="#ppt_y"/>
                                          </p:val>
                                        </p:tav>
                                        <p:tav tm="100000">
                                          <p:val>
                                            <p:strVal val="#ppt_y"/>
                                          </p:val>
                                        </p:tav>
                                      </p:tavLst>
                                    </p:anim>
                                  </p:childTnLst>
                                </p:cTn>
                              </p:par>
                              <p:par>
                                <p:cTn id="9" presetID="42" presetClass="entr" presetSubtype="0" fill="hold" grpId="0" nodeType="withEffect">
                                  <p:stCondLst>
                                    <p:cond delay="25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1000"/>
                                        <p:tgtEl>
                                          <p:spTgt spid="31"/>
                                        </p:tgtEl>
                                      </p:cBhvr>
                                    </p:animEffect>
                                    <p:anim calcmode="lin" valueType="num">
                                      <p:cBhvr>
                                        <p:cTn id="12" dur="1000" fill="hold"/>
                                        <p:tgtEl>
                                          <p:spTgt spid="31"/>
                                        </p:tgtEl>
                                        <p:attrNameLst>
                                          <p:attrName>ppt_x</p:attrName>
                                        </p:attrNameLst>
                                      </p:cBhvr>
                                      <p:tavLst>
                                        <p:tav tm="0">
                                          <p:val>
                                            <p:strVal val="#ppt_x"/>
                                          </p:val>
                                        </p:tav>
                                        <p:tav tm="100000">
                                          <p:val>
                                            <p:strVal val="#ppt_x"/>
                                          </p:val>
                                        </p:tav>
                                      </p:tavLst>
                                    </p:anim>
                                    <p:anim calcmode="lin" valueType="num">
                                      <p:cBhvr>
                                        <p:cTn id="13" dur="1000" fill="hold"/>
                                        <p:tgtEl>
                                          <p:spTgt spid="31"/>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50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1000"/>
                                        <p:tgtEl>
                                          <p:spTgt spid="33"/>
                                        </p:tgtEl>
                                      </p:cBhvr>
                                    </p:animEffect>
                                    <p:anim calcmode="lin" valueType="num">
                                      <p:cBhvr>
                                        <p:cTn id="17" dur="1000" fill="hold"/>
                                        <p:tgtEl>
                                          <p:spTgt spid="33"/>
                                        </p:tgtEl>
                                        <p:attrNameLst>
                                          <p:attrName>ppt_x</p:attrName>
                                        </p:attrNameLst>
                                      </p:cBhvr>
                                      <p:tavLst>
                                        <p:tav tm="0">
                                          <p:val>
                                            <p:strVal val="#ppt_x"/>
                                          </p:val>
                                        </p:tav>
                                        <p:tav tm="100000">
                                          <p:val>
                                            <p:strVal val="#ppt_x"/>
                                          </p:val>
                                        </p:tav>
                                      </p:tavLst>
                                    </p:anim>
                                    <p:anim calcmode="lin" valueType="num">
                                      <p:cBhvr>
                                        <p:cTn id="18" dur="1000" fill="hold"/>
                                        <p:tgtEl>
                                          <p:spTgt spid="33"/>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75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1000"/>
                                        <p:tgtEl>
                                          <p:spTgt spid="34"/>
                                        </p:tgtEl>
                                      </p:cBhvr>
                                    </p:animEffect>
                                    <p:anim calcmode="lin" valueType="num">
                                      <p:cBhvr>
                                        <p:cTn id="22" dur="1000" fill="hold"/>
                                        <p:tgtEl>
                                          <p:spTgt spid="34"/>
                                        </p:tgtEl>
                                        <p:attrNameLst>
                                          <p:attrName>ppt_x</p:attrName>
                                        </p:attrNameLst>
                                      </p:cBhvr>
                                      <p:tavLst>
                                        <p:tav tm="0">
                                          <p:val>
                                            <p:strVal val="#ppt_x"/>
                                          </p:val>
                                        </p:tav>
                                        <p:tav tm="100000">
                                          <p:val>
                                            <p:strVal val="#ppt_x"/>
                                          </p:val>
                                        </p:tav>
                                      </p:tavLst>
                                    </p:anim>
                                    <p:anim calcmode="lin" valueType="num">
                                      <p:cBhvr>
                                        <p:cTn id="23" dur="1000" fill="hold"/>
                                        <p:tgtEl>
                                          <p:spTgt spid="34"/>
                                        </p:tgtEl>
                                        <p:attrNameLst>
                                          <p:attrName>ppt_y</p:attrName>
                                        </p:attrNameLst>
                                      </p:cBhvr>
                                      <p:tavLst>
                                        <p:tav tm="0">
                                          <p:val>
                                            <p:strVal val="#ppt_y+.1"/>
                                          </p:val>
                                        </p:tav>
                                        <p:tav tm="100000">
                                          <p:val>
                                            <p:strVal val="#ppt_y"/>
                                          </p:val>
                                        </p:tav>
                                      </p:tavLst>
                                    </p:anim>
                                  </p:childTnLst>
                                </p:cTn>
                              </p:par>
                              <p:par>
                                <p:cTn id="24" presetID="22" presetClass="entr" presetSubtype="8" fill="hold" grpId="0" nodeType="withEffect">
                                  <p:stCondLst>
                                    <p:cond delay="1000"/>
                                  </p:stCondLst>
                                  <p:childTnLst>
                                    <p:set>
                                      <p:cBhvr>
                                        <p:cTn id="25" dur="1" fill="hold">
                                          <p:stCondLst>
                                            <p:cond delay="0"/>
                                          </p:stCondLst>
                                        </p:cTn>
                                        <p:tgtEl>
                                          <p:spTgt spid="26"/>
                                        </p:tgtEl>
                                        <p:attrNameLst>
                                          <p:attrName>style.visibility</p:attrName>
                                        </p:attrNameLst>
                                      </p:cBhvr>
                                      <p:to>
                                        <p:strVal val="visible"/>
                                      </p:to>
                                    </p:set>
                                    <p:animEffect transition="in" filter="wipe(left)">
                                      <p:cBhvr>
                                        <p:cTn id="26" dur="6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1" grpId="0" animBg="1"/>
      <p:bldP spid="33" grpId="0" animBg="1"/>
      <p:bldP spid="34"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477E4C1-6785-447D-9099-3E77D29D9002}"/>
              </a:ext>
            </a:extLst>
          </p:cNvPr>
          <p:cNvSpPr/>
          <p:nvPr/>
        </p:nvSpPr>
        <p:spPr>
          <a:xfrm rot="242830">
            <a:off x="3450343" y="1885135"/>
            <a:ext cx="2454347" cy="2502816"/>
          </a:xfrm>
          <a:prstGeom prst="rect">
            <a:avLst/>
          </a:prstGeom>
          <a:solidFill>
            <a:schemeClr val="bg1"/>
          </a:solidFill>
          <a:ln>
            <a:noFill/>
          </a:ln>
          <a:effectLst>
            <a:outerShdw blurRad="38100" dist="25400" dir="10800000" sx="101000" sy="101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39D7A497-BD57-4336-97CA-97AE9E273367}"/>
              </a:ext>
            </a:extLst>
          </p:cNvPr>
          <p:cNvSpPr txBox="1"/>
          <p:nvPr/>
        </p:nvSpPr>
        <p:spPr>
          <a:xfrm>
            <a:off x="307912" y="1255094"/>
            <a:ext cx="3010363" cy="4524315"/>
          </a:xfrm>
          <a:prstGeom prst="rect">
            <a:avLst/>
          </a:prstGeom>
          <a:noFill/>
        </p:spPr>
        <p:txBody>
          <a:bodyPr wrap="square" rtlCol="0">
            <a:spAutoFit/>
          </a:bodyPr>
          <a:lstStyle/>
          <a:p>
            <a:r>
              <a:rPr lang="en-US" dirty="0">
                <a:solidFill>
                  <a:schemeClr val="tx1">
                    <a:lumMod val="75000"/>
                    <a:lumOff val="25000"/>
                  </a:schemeClr>
                </a:solidFill>
                <a:latin typeface="Abadi" panose="020B0604020104020204" pitchFamily="34" charset="0"/>
              </a:rPr>
              <a:t>Amidst the escalating health crisis in Gaza, the Emergency Connect system emerges as a beacon of innovation designed to manage and mitigate the challenges faced by the medical sector. Utilizing Near Field Radio Frequency (NRF) technology, this system ensures seamless and reliable module-to-module communication, vital for coordinating emergency healthcare services efficiently</a:t>
            </a:r>
            <a:endParaRPr lang="en-GB" dirty="0">
              <a:solidFill>
                <a:schemeClr val="tx1">
                  <a:lumMod val="75000"/>
                  <a:lumOff val="25000"/>
                </a:schemeClr>
              </a:solidFill>
              <a:latin typeface="Abadi" panose="020B0604020104020204" pitchFamily="34" charset="0"/>
            </a:endParaRPr>
          </a:p>
        </p:txBody>
      </p:sp>
      <p:sp>
        <p:nvSpPr>
          <p:cNvPr id="26" name="TextBox 25">
            <a:extLst>
              <a:ext uri="{FF2B5EF4-FFF2-40B4-BE49-F238E27FC236}">
                <a16:creationId xmlns:a16="http://schemas.microsoft.com/office/drawing/2014/main" id="{89C71886-74B8-4BED-8B0B-6F8C35F52816}"/>
              </a:ext>
            </a:extLst>
          </p:cNvPr>
          <p:cNvSpPr txBox="1"/>
          <p:nvPr/>
        </p:nvSpPr>
        <p:spPr>
          <a:xfrm>
            <a:off x="342256" y="470470"/>
            <a:ext cx="4418090" cy="707886"/>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dirty="0">
                <a:ln>
                  <a:noFill/>
                </a:ln>
                <a:effectLst/>
                <a:uLnTx/>
                <a:uFillTx/>
                <a:latin typeface="Aharoni" panose="02010803020104030203" pitchFamily="2" charset="-79"/>
                <a:ea typeface="+mn-ea"/>
                <a:cs typeface="Aharoni" panose="02010803020104030203" pitchFamily="2" charset="-79"/>
              </a:rPr>
              <a:t>The</a:t>
            </a:r>
            <a:r>
              <a:rPr kumimoji="0" lang="en-GB" sz="4000" b="0" i="0" u="none" strike="noStrike" kern="1200" cap="none" spc="0" normalizeH="0" noProof="0" dirty="0">
                <a:ln>
                  <a:noFill/>
                </a:ln>
                <a:effectLst/>
                <a:uLnTx/>
                <a:uFillTx/>
                <a:latin typeface="Aharoni" panose="02010803020104030203" pitchFamily="2" charset="-79"/>
                <a:ea typeface="+mn-ea"/>
                <a:cs typeface="Aharoni" panose="02010803020104030203" pitchFamily="2" charset="-79"/>
              </a:rPr>
              <a:t> Health Sector</a:t>
            </a:r>
            <a:endParaRPr kumimoji="0" lang="en-GB" sz="4000" b="0" i="0" u="none" strike="noStrike" kern="1200" cap="none" spc="0" normalizeH="0" baseline="0" noProof="0" dirty="0">
              <a:ln>
                <a:noFill/>
              </a:ln>
              <a:effectLst/>
              <a:uLnTx/>
              <a:uFillTx/>
              <a:latin typeface="Aharoni" panose="02010803020104030203" pitchFamily="2" charset="-79"/>
              <a:ea typeface="+mn-ea"/>
              <a:cs typeface="Aharoni" panose="02010803020104030203" pitchFamily="2" charset="-79"/>
            </a:endParaRPr>
          </a:p>
        </p:txBody>
      </p:sp>
      <p:pic>
        <p:nvPicPr>
          <p:cNvPr id="5" name="Picture Placeholder 4">
            <a:extLst>
              <a:ext uri="{FF2B5EF4-FFF2-40B4-BE49-F238E27FC236}">
                <a16:creationId xmlns:a16="http://schemas.microsoft.com/office/drawing/2014/main" id="{E67E5F51-7B0A-4B4C-A531-988F48A9839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rot="263267">
            <a:off x="3513691" y="1991096"/>
            <a:ext cx="2278308" cy="2320032"/>
          </a:xfrm>
        </p:spPr>
      </p:pic>
      <p:sp>
        <p:nvSpPr>
          <p:cNvPr id="12" name="Isosceles Triangle 11">
            <a:extLst>
              <a:ext uri="{FF2B5EF4-FFF2-40B4-BE49-F238E27FC236}">
                <a16:creationId xmlns:a16="http://schemas.microsoft.com/office/drawing/2014/main" id="{DCBC34AE-3215-4DCC-9D13-2AF2B8865C81}"/>
              </a:ext>
            </a:extLst>
          </p:cNvPr>
          <p:cNvSpPr/>
          <p:nvPr/>
        </p:nvSpPr>
        <p:spPr>
          <a:xfrm rot="17500318">
            <a:off x="4625107" y="6255316"/>
            <a:ext cx="410849" cy="376843"/>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Graphic 13">
            <a:extLst>
              <a:ext uri="{FF2B5EF4-FFF2-40B4-BE49-F238E27FC236}">
                <a16:creationId xmlns:a16="http://schemas.microsoft.com/office/drawing/2014/main" id="{BDCFA7F9-F132-43F8-98C2-150F5AF1D6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63715" y="166665"/>
            <a:ext cx="904018" cy="139080"/>
          </a:xfrm>
          <a:prstGeom prst="rect">
            <a:avLst/>
          </a:prstGeom>
        </p:spPr>
      </p:pic>
      <p:sp>
        <p:nvSpPr>
          <p:cNvPr id="16" name="Isosceles Triangle 15">
            <a:extLst>
              <a:ext uri="{FF2B5EF4-FFF2-40B4-BE49-F238E27FC236}">
                <a16:creationId xmlns:a16="http://schemas.microsoft.com/office/drawing/2014/main" id="{35282264-BA2B-48EA-A2F3-4ADA85FA72FF}"/>
              </a:ext>
            </a:extLst>
          </p:cNvPr>
          <p:cNvSpPr/>
          <p:nvPr/>
        </p:nvSpPr>
        <p:spPr>
          <a:xfrm rot="16357688">
            <a:off x="5104831" y="5570976"/>
            <a:ext cx="746836" cy="68502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Graphic 16">
            <a:extLst>
              <a:ext uri="{FF2B5EF4-FFF2-40B4-BE49-F238E27FC236}">
                <a16:creationId xmlns:a16="http://schemas.microsoft.com/office/drawing/2014/main" id="{769632C6-A4FB-487D-9165-9B80835701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50100" y="6556381"/>
            <a:ext cx="904018" cy="139080"/>
          </a:xfrm>
          <a:prstGeom prst="rect">
            <a:avLst/>
          </a:prstGeom>
        </p:spPr>
      </p:pic>
      <p:sp>
        <p:nvSpPr>
          <p:cNvPr id="18" name="Rectangle 17">
            <a:extLst>
              <a:ext uri="{FF2B5EF4-FFF2-40B4-BE49-F238E27FC236}">
                <a16:creationId xmlns:a16="http://schemas.microsoft.com/office/drawing/2014/main" id="{5F99A1AB-AC88-4BAB-8775-CF1CB657B2D1}"/>
              </a:ext>
            </a:extLst>
          </p:cNvPr>
          <p:cNvSpPr/>
          <p:nvPr/>
        </p:nvSpPr>
        <p:spPr>
          <a:xfrm>
            <a:off x="0" y="43543"/>
            <a:ext cx="12119428" cy="6771203"/>
          </a:xfrm>
          <a:prstGeom prst="rect">
            <a:avLst/>
          </a:prstGeom>
          <a:noFill/>
          <a:ln w="155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4475830C-BCF6-459D-B56C-748ADBDF7624}"/>
              </a:ext>
            </a:extLst>
          </p:cNvPr>
          <p:cNvSpPr/>
          <p:nvPr/>
        </p:nvSpPr>
        <p:spPr>
          <a:xfrm rot="242830">
            <a:off x="9419906" y="1891621"/>
            <a:ext cx="2454347" cy="2502816"/>
          </a:xfrm>
          <a:prstGeom prst="rect">
            <a:avLst/>
          </a:prstGeom>
          <a:solidFill>
            <a:schemeClr val="bg1"/>
          </a:solidFill>
          <a:ln>
            <a:noFill/>
          </a:ln>
          <a:effectLst>
            <a:outerShdw blurRad="38100" dist="25400" dir="10800000" sx="101000" sy="101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39479774-B0E7-40B7-8897-D51AA48BD078}"/>
              </a:ext>
            </a:extLst>
          </p:cNvPr>
          <p:cNvSpPr txBox="1"/>
          <p:nvPr/>
        </p:nvSpPr>
        <p:spPr>
          <a:xfrm>
            <a:off x="6051902" y="1255094"/>
            <a:ext cx="3345448" cy="4801314"/>
          </a:xfrm>
          <a:prstGeom prst="rect">
            <a:avLst/>
          </a:prstGeom>
          <a:noFill/>
        </p:spPr>
        <p:txBody>
          <a:bodyPr wrap="square" rtlCol="0">
            <a:spAutoFit/>
          </a:bodyPr>
          <a:lstStyle/>
          <a:p>
            <a:r>
              <a:rPr lang="en-US" sz="1700" dirty="0">
                <a:solidFill>
                  <a:schemeClr val="tx1">
                    <a:lumMod val="75000"/>
                    <a:lumOff val="25000"/>
                  </a:schemeClr>
                </a:solidFill>
                <a:latin typeface="Abadi" panose="020B0604020104020204" pitchFamily="34" charset="0"/>
              </a:rPr>
              <a:t> the integrated GPS functionality becomes crucial, allowing for </a:t>
            </a:r>
          </a:p>
          <a:p>
            <a:r>
              <a:rPr lang="en-US" sz="1700" dirty="0">
                <a:solidFill>
                  <a:schemeClr val="tx1">
                    <a:lumMod val="75000"/>
                    <a:lumOff val="25000"/>
                  </a:schemeClr>
                </a:solidFill>
                <a:latin typeface="Abadi" panose="020B0604020104020204" pitchFamily="34" charset="0"/>
              </a:rPr>
              <a:t>real-time location tracking and swift SMS notifications to emergency responders, ensuring that aid reaches the wounded and at-risk individuals without delay. By reinforcing the communication infrastructure between Palestinians and essential services like hospitals. this system also contributes to the larger narrative by providing transparent and direct communication channels, cutting through the noise of misinformation, and highlighting the on-ground realities in times of crisis</a:t>
            </a:r>
            <a:endParaRPr lang="en-GB" sz="1700" dirty="0">
              <a:solidFill>
                <a:schemeClr val="tx1">
                  <a:lumMod val="75000"/>
                  <a:lumOff val="25000"/>
                </a:schemeClr>
              </a:solidFill>
              <a:latin typeface="Abadi" panose="020B0604020104020204" pitchFamily="34" charset="0"/>
            </a:endParaRPr>
          </a:p>
        </p:txBody>
      </p:sp>
      <p:sp>
        <p:nvSpPr>
          <p:cNvPr id="28" name="TextBox 27">
            <a:extLst>
              <a:ext uri="{FF2B5EF4-FFF2-40B4-BE49-F238E27FC236}">
                <a16:creationId xmlns:a16="http://schemas.microsoft.com/office/drawing/2014/main" id="{51A20156-072B-4A73-8E65-2CE89C01DF4D}"/>
              </a:ext>
            </a:extLst>
          </p:cNvPr>
          <p:cNvSpPr txBox="1"/>
          <p:nvPr/>
        </p:nvSpPr>
        <p:spPr>
          <a:xfrm>
            <a:off x="6185356" y="476956"/>
            <a:ext cx="5629850" cy="707886"/>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dirty="0">
                <a:ln>
                  <a:noFill/>
                </a:ln>
                <a:effectLst/>
                <a:uLnTx/>
                <a:uFillTx/>
                <a:latin typeface="Aharoni" panose="02010803020104030203" pitchFamily="2" charset="-79"/>
                <a:ea typeface="+mn-ea"/>
                <a:cs typeface="Aharoni" panose="02010803020104030203" pitchFamily="2" charset="-79"/>
              </a:rPr>
              <a:t>Communication Sector</a:t>
            </a:r>
          </a:p>
        </p:txBody>
      </p:sp>
      <p:pic>
        <p:nvPicPr>
          <p:cNvPr id="29" name="Picture Placeholder 4">
            <a:extLst>
              <a:ext uri="{FF2B5EF4-FFF2-40B4-BE49-F238E27FC236}">
                <a16:creationId xmlns:a16="http://schemas.microsoft.com/office/drawing/2014/main" id="{18464C26-EA4B-47A4-AC6B-73CBDEC18D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63267">
            <a:off x="9482760" y="1997551"/>
            <a:ext cx="2278484" cy="2320032"/>
          </a:xfrm>
          <a:prstGeom prst="rect">
            <a:avLst/>
          </a:prstGeom>
        </p:spPr>
      </p:pic>
    </p:spTree>
    <p:extLst>
      <p:ext uri="{BB962C8B-B14F-4D97-AF65-F5344CB8AC3E}">
        <p14:creationId xmlns:p14="http://schemas.microsoft.com/office/powerpoint/2010/main" val="4278891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50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25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par>
                                <p:cTn id="12" presetID="22" presetClass="entr" presetSubtype="8" fill="hold" nodeType="withEffect">
                                  <p:stCondLst>
                                    <p:cond delay="250"/>
                                  </p:stCondLst>
                                  <p:childTnLst>
                                    <p:set>
                                      <p:cBhvr>
                                        <p:cTn id="13" dur="1" fill="hold">
                                          <p:stCondLst>
                                            <p:cond delay="0"/>
                                          </p:stCondLst>
                                        </p:cTn>
                                        <p:tgtEl>
                                          <p:spTgt spid="17"/>
                                        </p:tgtEl>
                                        <p:attrNameLst>
                                          <p:attrName>style.visibility</p:attrName>
                                        </p:attrNameLst>
                                      </p:cBhvr>
                                      <p:to>
                                        <p:strVal val="visible"/>
                                      </p:to>
                                    </p:set>
                                    <p:animEffect transition="in" filter="wipe(left)">
                                      <p:cBhvr>
                                        <p:cTn id="14" dur="500"/>
                                        <p:tgtEl>
                                          <p:spTgt spid="17"/>
                                        </p:tgtEl>
                                      </p:cBhvr>
                                    </p:animEffect>
                                  </p:childTnLst>
                                </p:cTn>
                              </p:par>
                              <p:par>
                                <p:cTn id="15" presetID="22" presetClass="entr" presetSubtype="8" fill="hold" grpId="0" nodeType="withEffect">
                                  <p:stCondLst>
                                    <p:cond delay="100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6000"/>
                                        <p:tgtEl>
                                          <p:spTgt spid="18"/>
                                        </p:tgtEl>
                                      </p:cBhvr>
                                    </p:animEffect>
                                  </p:childTnLst>
                                </p:cTn>
                              </p:par>
                              <p:par>
                                <p:cTn id="18" presetID="2" presetClass="entr" presetSubtype="8" fill="hold" grpId="0" nodeType="withEffect">
                                  <p:stCondLst>
                                    <p:cond delay="500"/>
                                  </p:stCondLst>
                                  <p:childTnLst>
                                    <p:set>
                                      <p:cBhvr>
                                        <p:cTn id="19" dur="1" fill="hold">
                                          <p:stCondLst>
                                            <p:cond delay="0"/>
                                          </p:stCondLst>
                                        </p:cTn>
                                        <p:tgtEl>
                                          <p:spTgt spid="28"/>
                                        </p:tgtEl>
                                        <p:attrNameLst>
                                          <p:attrName>style.visibility</p:attrName>
                                        </p:attrNameLst>
                                      </p:cBhvr>
                                      <p:to>
                                        <p:strVal val="visible"/>
                                      </p:to>
                                    </p:set>
                                    <p:anim calcmode="lin" valueType="num">
                                      <p:cBhvr additive="base">
                                        <p:cTn id="20" dur="500" fill="hold"/>
                                        <p:tgtEl>
                                          <p:spTgt spid="28"/>
                                        </p:tgtEl>
                                        <p:attrNameLst>
                                          <p:attrName>ppt_x</p:attrName>
                                        </p:attrNameLst>
                                      </p:cBhvr>
                                      <p:tavLst>
                                        <p:tav tm="0">
                                          <p:val>
                                            <p:strVal val="0-#ppt_w/2"/>
                                          </p:val>
                                        </p:tav>
                                        <p:tav tm="100000">
                                          <p:val>
                                            <p:strVal val="#ppt_x"/>
                                          </p:val>
                                        </p:tav>
                                      </p:tavLst>
                                    </p:anim>
                                    <p:anim calcmode="lin" valueType="num">
                                      <p:cBhvr additive="base">
                                        <p:cTn id="21"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18" grpId="0" animBg="1"/>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EFEC21C-C7D9-4830-A0E2-7F4CF19F825C}"/>
              </a:ext>
            </a:extLst>
          </p:cNvPr>
          <p:cNvSpPr>
            <a:spLocks noGrp="1"/>
          </p:cNvSpPr>
          <p:nvPr>
            <p:ph type="body" sz="quarter" idx="14"/>
          </p:nvPr>
        </p:nvSpPr>
        <p:spPr>
          <a:xfrm>
            <a:off x="709126" y="5123866"/>
            <a:ext cx="10711543" cy="1418852"/>
          </a:xfrm>
          <a:ln w="38100">
            <a:solidFill>
              <a:srgbClr val="CC1629"/>
            </a:solidFill>
          </a:ln>
        </p:spPr>
        <p:txBody>
          <a:bodyPr/>
          <a:lstStyle/>
          <a:p>
            <a:r>
              <a:rPr lang="en-GB" dirty="0">
                <a:solidFill>
                  <a:schemeClr val="tx1"/>
                </a:solidFill>
              </a:rPr>
              <a:t>GPS-Based Emergency SMS System Components</a:t>
            </a:r>
          </a:p>
        </p:txBody>
      </p:sp>
      <p:pic>
        <p:nvPicPr>
          <p:cNvPr id="31" name="Picture Placeholder 30">
            <a:extLst>
              <a:ext uri="{FF2B5EF4-FFF2-40B4-BE49-F238E27FC236}">
                <a16:creationId xmlns:a16="http://schemas.microsoft.com/office/drawing/2014/main" id="{A2EE4C6B-D553-45F9-9652-C7631039EB5B}"/>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tretch>
            <a:fillRect/>
          </a:stretch>
        </p:blipFill>
        <p:spPr>
          <a:xfrm>
            <a:off x="2696648" y="687255"/>
            <a:ext cx="2447925" cy="2447925"/>
          </a:xfrm>
          <a:ln>
            <a:noFill/>
          </a:ln>
        </p:spPr>
      </p:pic>
      <p:sp>
        <p:nvSpPr>
          <p:cNvPr id="16" name="Rectangle 15">
            <a:extLst>
              <a:ext uri="{FF2B5EF4-FFF2-40B4-BE49-F238E27FC236}">
                <a16:creationId xmlns:a16="http://schemas.microsoft.com/office/drawing/2014/main" id="{F318D7A4-89C0-4B3A-BE11-F285F15A70DE}"/>
              </a:ext>
            </a:extLst>
          </p:cNvPr>
          <p:cNvSpPr/>
          <p:nvPr/>
        </p:nvSpPr>
        <p:spPr>
          <a:xfrm>
            <a:off x="0" y="43543"/>
            <a:ext cx="12119428" cy="6771203"/>
          </a:xfrm>
          <a:prstGeom prst="rect">
            <a:avLst/>
          </a:prstGeom>
          <a:noFill/>
          <a:ln w="155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7796D29-7892-4C25-8016-9352E7486B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353" y="1379033"/>
            <a:ext cx="1502637" cy="1064368"/>
          </a:xfrm>
          <a:prstGeom prst="rect">
            <a:avLst/>
          </a:prstGeom>
          <a:ln>
            <a:noFill/>
          </a:ln>
        </p:spPr>
      </p:pic>
      <p:pic>
        <p:nvPicPr>
          <p:cNvPr id="12" name="Picture 11">
            <a:extLst>
              <a:ext uri="{FF2B5EF4-FFF2-40B4-BE49-F238E27FC236}">
                <a16:creationId xmlns:a16="http://schemas.microsoft.com/office/drawing/2014/main" id="{164231B1-C68A-4265-9C3F-FA0F4536FF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2487" y="909877"/>
            <a:ext cx="1957832" cy="1957832"/>
          </a:xfrm>
          <a:prstGeom prst="rect">
            <a:avLst/>
          </a:prstGeom>
          <a:ln>
            <a:noFill/>
          </a:ln>
        </p:spPr>
      </p:pic>
      <p:pic>
        <p:nvPicPr>
          <p:cNvPr id="18" name="Picture 17">
            <a:extLst>
              <a:ext uri="{FF2B5EF4-FFF2-40B4-BE49-F238E27FC236}">
                <a16:creationId xmlns:a16="http://schemas.microsoft.com/office/drawing/2014/main" id="{6A95B497-19CB-4C0F-BECD-3D06D50B85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89104" y="1203491"/>
            <a:ext cx="2021967" cy="2021967"/>
          </a:xfrm>
          <a:prstGeom prst="rect">
            <a:avLst/>
          </a:prstGeom>
          <a:ln>
            <a:noFill/>
          </a:ln>
        </p:spPr>
      </p:pic>
      <p:sp>
        <p:nvSpPr>
          <p:cNvPr id="35" name="Title 3">
            <a:extLst>
              <a:ext uri="{FF2B5EF4-FFF2-40B4-BE49-F238E27FC236}">
                <a16:creationId xmlns:a16="http://schemas.microsoft.com/office/drawing/2014/main" id="{0B80C59B-C2FB-4674-90BA-D4FB697913D9}"/>
              </a:ext>
            </a:extLst>
          </p:cNvPr>
          <p:cNvSpPr txBox="1">
            <a:spLocks/>
          </p:cNvSpPr>
          <p:nvPr/>
        </p:nvSpPr>
        <p:spPr>
          <a:xfrm>
            <a:off x="120496" y="2880224"/>
            <a:ext cx="2690352" cy="737171"/>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Raleway" panose="020B0503030101060003" pitchFamily="34" charset="0"/>
                <a:ea typeface="+mj-ea"/>
                <a:cs typeface="+mj-cs"/>
              </a:rPr>
              <a:t>Arduino Uno</a:t>
            </a:r>
          </a:p>
        </p:txBody>
      </p:sp>
      <p:sp>
        <p:nvSpPr>
          <p:cNvPr id="36" name="Title 3">
            <a:extLst>
              <a:ext uri="{FF2B5EF4-FFF2-40B4-BE49-F238E27FC236}">
                <a16:creationId xmlns:a16="http://schemas.microsoft.com/office/drawing/2014/main" id="{AB07CD4C-46AD-45B9-BFFD-D7A60EA46E31}"/>
              </a:ext>
            </a:extLst>
          </p:cNvPr>
          <p:cNvSpPr txBox="1">
            <a:spLocks/>
          </p:cNvSpPr>
          <p:nvPr/>
        </p:nvSpPr>
        <p:spPr>
          <a:xfrm>
            <a:off x="2575434" y="2880224"/>
            <a:ext cx="2690352" cy="737171"/>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Raleway" panose="020B0503030101060003" pitchFamily="34" charset="0"/>
                <a:ea typeface="+mj-ea"/>
                <a:cs typeface="+mj-cs"/>
              </a:rPr>
              <a:t>GPS module</a:t>
            </a:r>
          </a:p>
        </p:txBody>
      </p:sp>
      <p:sp>
        <p:nvSpPr>
          <p:cNvPr id="37" name="Title 3">
            <a:extLst>
              <a:ext uri="{FF2B5EF4-FFF2-40B4-BE49-F238E27FC236}">
                <a16:creationId xmlns:a16="http://schemas.microsoft.com/office/drawing/2014/main" id="{1BE303B8-E5B7-4471-90EA-39B5C8221E45}"/>
              </a:ext>
            </a:extLst>
          </p:cNvPr>
          <p:cNvSpPr txBox="1">
            <a:spLocks/>
          </p:cNvSpPr>
          <p:nvPr/>
        </p:nvSpPr>
        <p:spPr>
          <a:xfrm>
            <a:off x="4751945" y="2880224"/>
            <a:ext cx="2690352" cy="737171"/>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Raleway" panose="020B0503030101060003" pitchFamily="34" charset="0"/>
                <a:ea typeface="+mj-ea"/>
                <a:cs typeface="+mj-cs"/>
              </a:rPr>
              <a:t>GSM module</a:t>
            </a:r>
          </a:p>
        </p:txBody>
      </p:sp>
      <p:sp>
        <p:nvSpPr>
          <p:cNvPr id="25" name="Title 3">
            <a:extLst>
              <a:ext uri="{FF2B5EF4-FFF2-40B4-BE49-F238E27FC236}">
                <a16:creationId xmlns:a16="http://schemas.microsoft.com/office/drawing/2014/main" id="{14C7E96E-2509-419A-BCDA-71A255868506}"/>
              </a:ext>
            </a:extLst>
          </p:cNvPr>
          <p:cNvSpPr txBox="1">
            <a:spLocks/>
          </p:cNvSpPr>
          <p:nvPr/>
        </p:nvSpPr>
        <p:spPr>
          <a:xfrm>
            <a:off x="7199400" y="2880223"/>
            <a:ext cx="2690352" cy="737171"/>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000" b="1" dirty="0">
                <a:solidFill>
                  <a:prstClr val="black"/>
                </a:solidFill>
                <a:latin typeface="Raleway" panose="020B0503030101060003" pitchFamily="34" charset="0"/>
              </a:rPr>
              <a:t>Boost Power Module</a:t>
            </a:r>
            <a:endParaRPr lang="en-GB" sz="2000" b="1" dirty="0">
              <a:solidFill>
                <a:prstClr val="black"/>
              </a:solidFill>
              <a:latin typeface="Raleway" panose="020B0503030101060003" pitchFamily="34" charset="0"/>
            </a:endParaRPr>
          </a:p>
        </p:txBody>
      </p:sp>
      <p:sp>
        <p:nvSpPr>
          <p:cNvPr id="19" name="TextBox 18">
            <a:extLst>
              <a:ext uri="{FF2B5EF4-FFF2-40B4-BE49-F238E27FC236}">
                <a16:creationId xmlns:a16="http://schemas.microsoft.com/office/drawing/2014/main" id="{0A411520-2293-44CA-9F2B-EEB26106A845}"/>
              </a:ext>
            </a:extLst>
          </p:cNvPr>
          <p:cNvSpPr txBox="1"/>
          <p:nvPr/>
        </p:nvSpPr>
        <p:spPr>
          <a:xfrm>
            <a:off x="312886" y="3617394"/>
            <a:ext cx="2355087" cy="1246436"/>
          </a:xfrm>
          <a:prstGeom prst="rect">
            <a:avLst/>
          </a:prstGeom>
          <a:noFill/>
          <a:ln>
            <a:noFill/>
          </a:ln>
        </p:spPr>
        <p:txBody>
          <a:bodyPr wrap="square" rtlCol="1">
            <a:spAutoFit/>
          </a:bodyPr>
          <a:lstStyle/>
          <a:p>
            <a:pPr algn="ctr"/>
            <a:r>
              <a:rPr lang="en-US" dirty="0"/>
              <a:t>A versatile microcontroller platform for creating electronics projects.</a:t>
            </a:r>
            <a:endParaRPr lang="ar-SA" dirty="0"/>
          </a:p>
        </p:txBody>
      </p:sp>
      <p:sp>
        <p:nvSpPr>
          <p:cNvPr id="27" name="TextBox 26">
            <a:extLst>
              <a:ext uri="{FF2B5EF4-FFF2-40B4-BE49-F238E27FC236}">
                <a16:creationId xmlns:a16="http://schemas.microsoft.com/office/drawing/2014/main" id="{915C1803-F114-43DB-859C-2685C09DE5B2}"/>
              </a:ext>
            </a:extLst>
          </p:cNvPr>
          <p:cNvSpPr txBox="1"/>
          <p:nvPr/>
        </p:nvSpPr>
        <p:spPr>
          <a:xfrm>
            <a:off x="2728530" y="3612856"/>
            <a:ext cx="2355087" cy="923330"/>
          </a:xfrm>
          <a:prstGeom prst="rect">
            <a:avLst/>
          </a:prstGeom>
          <a:noFill/>
          <a:ln>
            <a:noFill/>
          </a:ln>
        </p:spPr>
        <p:txBody>
          <a:bodyPr wrap="square" rtlCol="1">
            <a:spAutoFit/>
          </a:bodyPr>
          <a:lstStyle/>
          <a:p>
            <a:pPr algn="ctr"/>
            <a:r>
              <a:rPr lang="en-US" dirty="0"/>
              <a:t>A device that provides location data from satellites.</a:t>
            </a:r>
            <a:endParaRPr lang="ar-SA" dirty="0"/>
          </a:p>
        </p:txBody>
      </p:sp>
      <p:sp>
        <p:nvSpPr>
          <p:cNvPr id="29" name="TextBox 28">
            <a:extLst>
              <a:ext uri="{FF2B5EF4-FFF2-40B4-BE49-F238E27FC236}">
                <a16:creationId xmlns:a16="http://schemas.microsoft.com/office/drawing/2014/main" id="{7CFBF91E-196C-4BF1-957B-6205439822CD}"/>
              </a:ext>
            </a:extLst>
          </p:cNvPr>
          <p:cNvSpPr txBox="1"/>
          <p:nvPr/>
        </p:nvSpPr>
        <p:spPr>
          <a:xfrm>
            <a:off x="5001934" y="3608318"/>
            <a:ext cx="2355087" cy="1246436"/>
          </a:xfrm>
          <a:prstGeom prst="rect">
            <a:avLst/>
          </a:prstGeom>
          <a:noFill/>
          <a:ln>
            <a:noFill/>
          </a:ln>
        </p:spPr>
        <p:txBody>
          <a:bodyPr wrap="square" rtlCol="1">
            <a:spAutoFit/>
          </a:bodyPr>
          <a:lstStyle/>
          <a:p>
            <a:pPr algn="ctr"/>
            <a:r>
              <a:rPr lang="en-US" dirty="0"/>
              <a:t>A component that enables mobile communication via calls and SMS.</a:t>
            </a:r>
            <a:endParaRPr lang="ar-SA" dirty="0"/>
          </a:p>
        </p:txBody>
      </p:sp>
      <p:sp>
        <p:nvSpPr>
          <p:cNvPr id="30" name="TextBox 29">
            <a:extLst>
              <a:ext uri="{FF2B5EF4-FFF2-40B4-BE49-F238E27FC236}">
                <a16:creationId xmlns:a16="http://schemas.microsoft.com/office/drawing/2014/main" id="{81320072-7BC1-4213-BDF0-00A55D5FDBC2}"/>
              </a:ext>
            </a:extLst>
          </p:cNvPr>
          <p:cNvSpPr txBox="1"/>
          <p:nvPr/>
        </p:nvSpPr>
        <p:spPr>
          <a:xfrm>
            <a:off x="7456272" y="3603780"/>
            <a:ext cx="2355087" cy="923330"/>
          </a:xfrm>
          <a:prstGeom prst="rect">
            <a:avLst/>
          </a:prstGeom>
          <a:noFill/>
          <a:ln>
            <a:noFill/>
          </a:ln>
        </p:spPr>
        <p:txBody>
          <a:bodyPr wrap="square" rtlCol="1">
            <a:spAutoFit/>
          </a:bodyPr>
          <a:lstStyle/>
          <a:p>
            <a:pPr algn="ctr"/>
            <a:r>
              <a:rPr lang="en-US" dirty="0"/>
              <a:t>A circuit that increases voltage from a lower source.</a:t>
            </a:r>
            <a:endParaRPr lang="ar-SA" dirty="0"/>
          </a:p>
        </p:txBody>
      </p:sp>
      <p:pic>
        <p:nvPicPr>
          <p:cNvPr id="23" name="Picture 22">
            <a:extLst>
              <a:ext uri="{FF2B5EF4-FFF2-40B4-BE49-F238E27FC236}">
                <a16:creationId xmlns:a16="http://schemas.microsoft.com/office/drawing/2014/main" id="{31A94532-D6AB-493D-A2E1-60459B598CEC}"/>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0029856" y="1673174"/>
            <a:ext cx="1576734" cy="1299446"/>
          </a:xfrm>
          <a:prstGeom prst="rect">
            <a:avLst/>
          </a:prstGeom>
        </p:spPr>
      </p:pic>
      <p:sp>
        <p:nvSpPr>
          <p:cNvPr id="34" name="Title 3">
            <a:extLst>
              <a:ext uri="{FF2B5EF4-FFF2-40B4-BE49-F238E27FC236}">
                <a16:creationId xmlns:a16="http://schemas.microsoft.com/office/drawing/2014/main" id="{ACA1C19B-6C50-414E-ABAF-490A3D1989D5}"/>
              </a:ext>
            </a:extLst>
          </p:cNvPr>
          <p:cNvSpPr txBox="1">
            <a:spLocks/>
          </p:cNvSpPr>
          <p:nvPr/>
        </p:nvSpPr>
        <p:spPr>
          <a:xfrm>
            <a:off x="9556220" y="2881712"/>
            <a:ext cx="2690352" cy="737171"/>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000" b="1" dirty="0">
                <a:solidFill>
                  <a:prstClr val="black"/>
                </a:solidFill>
                <a:latin typeface="Raleway" panose="020B0503030101060003" pitchFamily="34" charset="0"/>
              </a:rPr>
              <a:t>Button</a:t>
            </a:r>
            <a:endParaRPr lang="en-GB" sz="2000" b="1" dirty="0">
              <a:solidFill>
                <a:prstClr val="black"/>
              </a:solidFill>
              <a:latin typeface="Raleway" panose="020B0503030101060003" pitchFamily="34" charset="0"/>
            </a:endParaRPr>
          </a:p>
        </p:txBody>
      </p:sp>
      <p:sp>
        <p:nvSpPr>
          <p:cNvPr id="38" name="TextBox 37">
            <a:extLst>
              <a:ext uri="{FF2B5EF4-FFF2-40B4-BE49-F238E27FC236}">
                <a16:creationId xmlns:a16="http://schemas.microsoft.com/office/drawing/2014/main" id="{6ACCC9CE-E9FA-4250-8960-3F3C649618F0}"/>
              </a:ext>
            </a:extLst>
          </p:cNvPr>
          <p:cNvSpPr txBox="1"/>
          <p:nvPr/>
        </p:nvSpPr>
        <p:spPr>
          <a:xfrm>
            <a:off x="9757525" y="3603780"/>
            <a:ext cx="2065841" cy="1477328"/>
          </a:xfrm>
          <a:prstGeom prst="rect">
            <a:avLst/>
          </a:prstGeom>
          <a:noFill/>
          <a:ln>
            <a:noFill/>
          </a:ln>
        </p:spPr>
        <p:txBody>
          <a:bodyPr wrap="square" rtlCol="1">
            <a:spAutoFit/>
          </a:bodyPr>
          <a:lstStyle/>
          <a:p>
            <a:pPr algn="ctr"/>
            <a:r>
              <a:rPr lang="en-US" dirty="0"/>
              <a:t>integrated for users to instantly transmit their GPS location data in emergencies.</a:t>
            </a:r>
            <a:endParaRPr lang="ar-SA" dirty="0"/>
          </a:p>
        </p:txBody>
      </p:sp>
    </p:spTree>
    <p:extLst>
      <p:ext uri="{BB962C8B-B14F-4D97-AF65-F5344CB8AC3E}">
        <p14:creationId xmlns:p14="http://schemas.microsoft.com/office/powerpoint/2010/main" val="166077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6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FBCAEF3-A8A3-4730-B237-17B99D0AAB02}"/>
              </a:ext>
            </a:extLst>
          </p:cNvPr>
          <p:cNvSpPr/>
          <p:nvPr/>
        </p:nvSpPr>
        <p:spPr>
          <a:xfrm>
            <a:off x="0" y="43543"/>
            <a:ext cx="12119428" cy="6771203"/>
          </a:xfrm>
          <a:prstGeom prst="rect">
            <a:avLst/>
          </a:prstGeom>
          <a:noFill/>
          <a:ln w="155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3D0A8E92-02D2-453B-A4AE-CBAEEFC2F5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3044" y="162539"/>
            <a:ext cx="8954235" cy="5041759"/>
          </a:xfrm>
          <a:prstGeom prst="rect">
            <a:avLst/>
          </a:prstGeom>
        </p:spPr>
      </p:pic>
      <p:sp>
        <p:nvSpPr>
          <p:cNvPr id="4" name="Rectangle 3">
            <a:extLst>
              <a:ext uri="{FF2B5EF4-FFF2-40B4-BE49-F238E27FC236}">
                <a16:creationId xmlns:a16="http://schemas.microsoft.com/office/drawing/2014/main" id="{5CE7473C-F225-451A-8251-90E6BE834035}"/>
              </a:ext>
            </a:extLst>
          </p:cNvPr>
          <p:cNvSpPr/>
          <p:nvPr/>
        </p:nvSpPr>
        <p:spPr>
          <a:xfrm>
            <a:off x="7840494" y="350196"/>
            <a:ext cx="2500008" cy="2616740"/>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cxnSp>
        <p:nvCxnSpPr>
          <p:cNvPr id="6" name="Straight Arrow Connector 5">
            <a:extLst>
              <a:ext uri="{FF2B5EF4-FFF2-40B4-BE49-F238E27FC236}">
                <a16:creationId xmlns:a16="http://schemas.microsoft.com/office/drawing/2014/main" id="{66BB86EC-E4D0-481E-9170-13C45C024672}"/>
              </a:ext>
            </a:extLst>
          </p:cNvPr>
          <p:cNvCxnSpPr/>
          <p:nvPr/>
        </p:nvCxnSpPr>
        <p:spPr>
          <a:xfrm flipH="1" flipV="1">
            <a:off x="9776297" y="3154593"/>
            <a:ext cx="564205" cy="38910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BE33352-FF5D-40EB-9837-5B5CBD8E1E26}"/>
              </a:ext>
            </a:extLst>
          </p:cNvPr>
          <p:cNvSpPr txBox="1"/>
          <p:nvPr/>
        </p:nvSpPr>
        <p:spPr>
          <a:xfrm>
            <a:off x="9623897" y="3402828"/>
            <a:ext cx="2568103" cy="738664"/>
          </a:xfrm>
          <a:prstGeom prst="rect">
            <a:avLst/>
          </a:prstGeom>
          <a:noFill/>
        </p:spPr>
        <p:txBody>
          <a:bodyPr wrap="square" rtlCol="1">
            <a:spAutoFit/>
          </a:bodyPr>
          <a:lstStyle/>
          <a:p>
            <a:pPr algn="ctr"/>
            <a:r>
              <a:rPr lang="en-US" sz="1400" dirty="0">
                <a:solidFill>
                  <a:srgbClr val="FF0000"/>
                </a:solidFill>
              </a:rPr>
              <a:t>-OPTIONAL- </a:t>
            </a:r>
          </a:p>
          <a:p>
            <a:pPr algn="ctr"/>
            <a:r>
              <a:rPr lang="en-US" sz="1400" dirty="0"/>
              <a:t>Solar-Powered Energy System idea to improve the project</a:t>
            </a:r>
            <a:endParaRPr lang="ar-SA" sz="1400" dirty="0"/>
          </a:p>
        </p:txBody>
      </p:sp>
      <p:sp>
        <p:nvSpPr>
          <p:cNvPr id="8" name="TextBox 7">
            <a:extLst>
              <a:ext uri="{FF2B5EF4-FFF2-40B4-BE49-F238E27FC236}">
                <a16:creationId xmlns:a16="http://schemas.microsoft.com/office/drawing/2014/main" id="{69118409-67BC-4FE9-89A1-D035D1DBCEB2}"/>
              </a:ext>
            </a:extLst>
          </p:cNvPr>
          <p:cNvSpPr txBox="1"/>
          <p:nvPr/>
        </p:nvSpPr>
        <p:spPr>
          <a:xfrm>
            <a:off x="253864" y="252919"/>
            <a:ext cx="4223161" cy="6186309"/>
          </a:xfrm>
          <a:prstGeom prst="rect">
            <a:avLst/>
          </a:prstGeom>
          <a:noFill/>
        </p:spPr>
        <p:txBody>
          <a:bodyPr wrap="square" rtlCol="1">
            <a:spAutoFit/>
          </a:bodyPr>
          <a:lstStyle/>
          <a:p>
            <a:pPr marL="342900" indent="-342900">
              <a:buFont typeface="+mj-lt"/>
              <a:buAutoNum type="arabicPeriod"/>
            </a:pPr>
            <a:r>
              <a:rPr lang="en-US" b="1" dirty="0"/>
              <a:t>Location Detection</a:t>
            </a:r>
            <a:r>
              <a:rPr lang="en-US" dirty="0"/>
              <a:t>: the system uses a GPS module to determine the precise location of an individual in distress. The GPS module receives signals from satellites to calculate the user's geographic coordinates.</a:t>
            </a:r>
          </a:p>
          <a:p>
            <a:pPr marL="342900" indent="-342900">
              <a:buFont typeface="+mj-lt"/>
              <a:buAutoNum type="arabicPeriod"/>
            </a:pPr>
            <a:r>
              <a:rPr lang="en-US" b="1" dirty="0"/>
              <a:t>Emergency Signal Initiation</a:t>
            </a:r>
            <a:r>
              <a:rPr lang="en-US" dirty="0"/>
              <a:t>: When an emergency occurs, the user can push the button as an alert</a:t>
            </a:r>
          </a:p>
          <a:p>
            <a:pPr marL="342900" indent="-342900">
              <a:buFont typeface="+mj-lt"/>
              <a:buAutoNum type="arabicPeriod"/>
            </a:pPr>
            <a:r>
              <a:rPr lang="en-US" b="1" dirty="0"/>
              <a:t>Data Processing</a:t>
            </a:r>
            <a:r>
              <a:rPr lang="en-US" dirty="0"/>
              <a:t>: the system processes the location data and formulates an emergency message. This message includes the GPS coordinates </a:t>
            </a:r>
          </a:p>
          <a:p>
            <a:pPr marL="342900" indent="-342900">
              <a:buFont typeface="+mj-lt"/>
              <a:buAutoNum type="arabicPeriod"/>
            </a:pPr>
            <a:r>
              <a:rPr lang="en-US" b="1" dirty="0"/>
              <a:t>Message Transmission</a:t>
            </a:r>
            <a:r>
              <a:rPr lang="en-US" dirty="0"/>
              <a:t>: the system sends the emergency message as an SMS to predefined phone numbers. </a:t>
            </a:r>
          </a:p>
          <a:p>
            <a:pPr marL="342900" indent="-342900">
              <a:buFont typeface="+mj-lt"/>
              <a:buAutoNum type="arabicPeriod"/>
            </a:pPr>
            <a:r>
              <a:rPr lang="en-US" b="1" dirty="0"/>
              <a:t>Power Management</a:t>
            </a:r>
            <a:r>
              <a:rPr lang="en-US" dirty="0"/>
              <a:t>: To ensure the system remains operational, it can be powered by a solar system. The solar panels collect energy from the sun, which is then converted to electrical power, stored in batteries</a:t>
            </a:r>
            <a:endParaRPr lang="ar-SA" dirty="0"/>
          </a:p>
        </p:txBody>
      </p:sp>
      <p:pic>
        <p:nvPicPr>
          <p:cNvPr id="18" name="Picture 17">
            <a:extLst>
              <a:ext uri="{FF2B5EF4-FFF2-40B4-BE49-F238E27FC236}">
                <a16:creationId xmlns:a16="http://schemas.microsoft.com/office/drawing/2014/main" id="{8B5E1921-0CC9-4B54-AE6C-FCADEC9A01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6580540" y="2190142"/>
            <a:ext cx="232570" cy="182665"/>
          </a:xfrm>
          <a:prstGeom prst="rect">
            <a:avLst/>
          </a:prstGeom>
        </p:spPr>
      </p:pic>
      <p:sp>
        <p:nvSpPr>
          <p:cNvPr id="19" name="Oval 18">
            <a:extLst>
              <a:ext uri="{FF2B5EF4-FFF2-40B4-BE49-F238E27FC236}">
                <a16:creationId xmlns:a16="http://schemas.microsoft.com/office/drawing/2014/main" id="{3F306412-58D0-4CE7-A470-8F42BF85589E}"/>
              </a:ext>
            </a:extLst>
          </p:cNvPr>
          <p:cNvSpPr/>
          <p:nvPr/>
        </p:nvSpPr>
        <p:spPr>
          <a:xfrm>
            <a:off x="6908800" y="1249680"/>
            <a:ext cx="162560" cy="2032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t>1</a:t>
            </a:r>
          </a:p>
        </p:txBody>
      </p:sp>
      <p:sp>
        <p:nvSpPr>
          <p:cNvPr id="22" name="Oval 21">
            <a:extLst>
              <a:ext uri="{FF2B5EF4-FFF2-40B4-BE49-F238E27FC236}">
                <a16:creationId xmlns:a16="http://schemas.microsoft.com/office/drawing/2014/main" id="{8EA6F79A-9453-4362-A8FD-CC18882529CF}"/>
              </a:ext>
            </a:extLst>
          </p:cNvPr>
          <p:cNvSpPr/>
          <p:nvPr/>
        </p:nvSpPr>
        <p:spPr>
          <a:xfrm>
            <a:off x="6817360" y="2194560"/>
            <a:ext cx="162560" cy="2032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t>2</a:t>
            </a:r>
          </a:p>
        </p:txBody>
      </p:sp>
      <p:sp>
        <p:nvSpPr>
          <p:cNvPr id="23" name="Oval 22">
            <a:extLst>
              <a:ext uri="{FF2B5EF4-FFF2-40B4-BE49-F238E27FC236}">
                <a16:creationId xmlns:a16="http://schemas.microsoft.com/office/drawing/2014/main" id="{0877CF62-C692-49C9-B8C4-4CB74B32A5C3}"/>
              </a:ext>
            </a:extLst>
          </p:cNvPr>
          <p:cNvSpPr/>
          <p:nvPr/>
        </p:nvSpPr>
        <p:spPr>
          <a:xfrm>
            <a:off x="5608320" y="1869440"/>
            <a:ext cx="162560" cy="2032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t>3</a:t>
            </a:r>
          </a:p>
        </p:txBody>
      </p:sp>
      <p:sp>
        <p:nvSpPr>
          <p:cNvPr id="24" name="Oval 23">
            <a:extLst>
              <a:ext uri="{FF2B5EF4-FFF2-40B4-BE49-F238E27FC236}">
                <a16:creationId xmlns:a16="http://schemas.microsoft.com/office/drawing/2014/main" id="{F528A1F1-88A1-46E7-B252-B7AECEBFBEB6}"/>
              </a:ext>
            </a:extLst>
          </p:cNvPr>
          <p:cNvSpPr/>
          <p:nvPr/>
        </p:nvSpPr>
        <p:spPr>
          <a:xfrm>
            <a:off x="6289040" y="3302000"/>
            <a:ext cx="162560" cy="2032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t>4</a:t>
            </a:r>
          </a:p>
        </p:txBody>
      </p:sp>
      <p:sp>
        <p:nvSpPr>
          <p:cNvPr id="27" name="Oval 26">
            <a:extLst>
              <a:ext uri="{FF2B5EF4-FFF2-40B4-BE49-F238E27FC236}">
                <a16:creationId xmlns:a16="http://schemas.microsoft.com/office/drawing/2014/main" id="{DA095AAC-7F31-425C-B203-47CCB5482F4F}"/>
              </a:ext>
            </a:extLst>
          </p:cNvPr>
          <p:cNvSpPr/>
          <p:nvPr/>
        </p:nvSpPr>
        <p:spPr>
          <a:xfrm>
            <a:off x="8564880" y="3423920"/>
            <a:ext cx="162560" cy="2032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t>5</a:t>
            </a:r>
          </a:p>
        </p:txBody>
      </p:sp>
      <p:sp>
        <p:nvSpPr>
          <p:cNvPr id="28" name="Text Placeholder 6">
            <a:extLst>
              <a:ext uri="{FF2B5EF4-FFF2-40B4-BE49-F238E27FC236}">
                <a16:creationId xmlns:a16="http://schemas.microsoft.com/office/drawing/2014/main" id="{597E5D58-044E-4EDB-8202-3A48FB9A971C}"/>
              </a:ext>
            </a:extLst>
          </p:cNvPr>
          <p:cNvSpPr txBox="1">
            <a:spLocks/>
          </p:cNvSpPr>
          <p:nvPr/>
        </p:nvSpPr>
        <p:spPr>
          <a:xfrm>
            <a:off x="4477025" y="5608320"/>
            <a:ext cx="6943644" cy="934398"/>
          </a:xfrm>
          <a:prstGeom prst="rect">
            <a:avLst/>
          </a:prstGeom>
          <a:ln w="38100">
            <a:solidFill>
              <a:srgbClr val="CC1629"/>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dirty="0"/>
              <a:t>GPS-Based Emergency SMS System Components</a:t>
            </a:r>
          </a:p>
        </p:txBody>
      </p:sp>
    </p:spTree>
    <p:extLst>
      <p:ext uri="{BB962C8B-B14F-4D97-AF65-F5344CB8AC3E}">
        <p14:creationId xmlns:p14="http://schemas.microsoft.com/office/powerpoint/2010/main" val="1778937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6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EFEC21C-C7D9-4830-A0E2-7F4CF19F825C}"/>
              </a:ext>
            </a:extLst>
          </p:cNvPr>
          <p:cNvSpPr>
            <a:spLocks noGrp="1"/>
          </p:cNvSpPr>
          <p:nvPr>
            <p:ph type="body" sz="quarter" idx="14"/>
          </p:nvPr>
        </p:nvSpPr>
        <p:spPr>
          <a:xfrm>
            <a:off x="709126" y="5022266"/>
            <a:ext cx="10711543" cy="1418852"/>
          </a:xfrm>
          <a:ln w="38100">
            <a:solidFill>
              <a:srgbClr val="CC1629"/>
            </a:solidFill>
          </a:ln>
        </p:spPr>
        <p:txBody>
          <a:bodyPr/>
          <a:lstStyle/>
          <a:p>
            <a:r>
              <a:rPr lang="en-GB" dirty="0">
                <a:solidFill>
                  <a:schemeClr val="tx1"/>
                </a:solidFill>
              </a:rPr>
              <a:t>Integrated Radio Frequency Communication </a:t>
            </a:r>
          </a:p>
        </p:txBody>
      </p:sp>
      <p:sp>
        <p:nvSpPr>
          <p:cNvPr id="16" name="Rectangle 15">
            <a:extLst>
              <a:ext uri="{FF2B5EF4-FFF2-40B4-BE49-F238E27FC236}">
                <a16:creationId xmlns:a16="http://schemas.microsoft.com/office/drawing/2014/main" id="{F318D7A4-89C0-4B3A-BE11-F285F15A70DE}"/>
              </a:ext>
            </a:extLst>
          </p:cNvPr>
          <p:cNvSpPr/>
          <p:nvPr/>
        </p:nvSpPr>
        <p:spPr>
          <a:xfrm>
            <a:off x="0" y="43543"/>
            <a:ext cx="12119428" cy="6771203"/>
          </a:xfrm>
          <a:prstGeom prst="rect">
            <a:avLst/>
          </a:prstGeom>
          <a:noFill/>
          <a:ln w="155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7796D29-7892-4C25-8016-9352E7486B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8260" y="1026029"/>
            <a:ext cx="1841680" cy="1841680"/>
          </a:xfrm>
          <a:prstGeom prst="rect">
            <a:avLst/>
          </a:prstGeom>
          <a:ln>
            <a:noFill/>
          </a:ln>
        </p:spPr>
      </p:pic>
      <p:sp>
        <p:nvSpPr>
          <p:cNvPr id="35" name="Title 3">
            <a:extLst>
              <a:ext uri="{FF2B5EF4-FFF2-40B4-BE49-F238E27FC236}">
                <a16:creationId xmlns:a16="http://schemas.microsoft.com/office/drawing/2014/main" id="{0B80C59B-C2FB-4674-90BA-D4FB697913D9}"/>
              </a:ext>
            </a:extLst>
          </p:cNvPr>
          <p:cNvSpPr txBox="1">
            <a:spLocks/>
          </p:cNvSpPr>
          <p:nvPr/>
        </p:nvSpPr>
        <p:spPr>
          <a:xfrm>
            <a:off x="649053" y="2880224"/>
            <a:ext cx="2690352" cy="737171"/>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2000" b="1" i="0" u="none" strike="noStrike" kern="1200" cap="none" spc="0" normalizeH="0" baseline="0" noProof="0" dirty="0" err="1">
                <a:ln>
                  <a:noFill/>
                </a:ln>
                <a:solidFill>
                  <a:prstClr val="black"/>
                </a:solidFill>
                <a:effectLst/>
                <a:uLnTx/>
                <a:uFillTx/>
                <a:latin typeface="Raleway" panose="020B0503030101060003" pitchFamily="34" charset="0"/>
                <a:ea typeface="+mj-ea"/>
                <a:cs typeface="+mj-cs"/>
              </a:rPr>
              <a:t>Rasberry</a:t>
            </a:r>
            <a:r>
              <a:rPr kumimoji="0" lang="en-GB" sz="2000" b="1" i="0" u="none" strike="noStrike" kern="1200" cap="none" spc="0" normalizeH="0" baseline="0" noProof="0" dirty="0">
                <a:ln>
                  <a:noFill/>
                </a:ln>
                <a:solidFill>
                  <a:prstClr val="black"/>
                </a:solidFill>
                <a:effectLst/>
                <a:uLnTx/>
                <a:uFillTx/>
                <a:latin typeface="Raleway" panose="020B0503030101060003" pitchFamily="34" charset="0"/>
                <a:ea typeface="+mj-ea"/>
                <a:cs typeface="+mj-cs"/>
              </a:rPr>
              <a:t> pi </a:t>
            </a:r>
            <a:r>
              <a:rPr kumimoji="0" lang="en-GB" sz="2000" b="1" i="0" u="none" strike="noStrike" kern="1200" cap="none" spc="0" normalizeH="0" baseline="0" noProof="0" dirty="0" err="1">
                <a:ln>
                  <a:noFill/>
                </a:ln>
                <a:solidFill>
                  <a:prstClr val="black"/>
                </a:solidFill>
                <a:effectLst/>
                <a:uLnTx/>
                <a:uFillTx/>
                <a:latin typeface="Raleway" panose="020B0503030101060003" pitchFamily="34" charset="0"/>
                <a:ea typeface="+mj-ea"/>
                <a:cs typeface="+mj-cs"/>
              </a:rPr>
              <a:t>pico</a:t>
            </a:r>
            <a:endParaRPr kumimoji="0" lang="en-GB" sz="2000" b="1" i="0" u="none" strike="noStrike" kern="1200" cap="none" spc="0" normalizeH="0" baseline="0" noProof="0" dirty="0">
              <a:ln>
                <a:noFill/>
              </a:ln>
              <a:solidFill>
                <a:prstClr val="black"/>
              </a:solidFill>
              <a:effectLst/>
              <a:uLnTx/>
              <a:uFillTx/>
              <a:latin typeface="Raleway" panose="020B0503030101060003" pitchFamily="34" charset="0"/>
              <a:ea typeface="+mj-ea"/>
              <a:cs typeface="+mj-cs"/>
            </a:endParaRPr>
          </a:p>
        </p:txBody>
      </p:sp>
      <p:sp>
        <p:nvSpPr>
          <p:cNvPr id="36" name="Title 3">
            <a:extLst>
              <a:ext uri="{FF2B5EF4-FFF2-40B4-BE49-F238E27FC236}">
                <a16:creationId xmlns:a16="http://schemas.microsoft.com/office/drawing/2014/main" id="{AB07CD4C-46AD-45B9-BFFD-D7A60EA46E31}"/>
              </a:ext>
            </a:extLst>
          </p:cNvPr>
          <p:cNvSpPr txBox="1">
            <a:spLocks/>
          </p:cNvSpPr>
          <p:nvPr/>
        </p:nvSpPr>
        <p:spPr>
          <a:xfrm>
            <a:off x="4771291" y="2880224"/>
            <a:ext cx="2690352" cy="737171"/>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defRPr/>
            </a:pPr>
            <a:r>
              <a:rPr lang="en-GB" sz="2000" b="1" dirty="0">
                <a:solidFill>
                  <a:prstClr val="black"/>
                </a:solidFill>
                <a:latin typeface="Raleway" panose="020B0503030101060003" pitchFamily="34" charset="0"/>
              </a:rPr>
              <a:t>NRF24L01 Module</a:t>
            </a:r>
            <a:endParaRPr kumimoji="0" lang="en-GB" sz="2000" b="1" i="0" u="none" strike="noStrike" kern="1200" cap="none" spc="0" normalizeH="0" baseline="0" noProof="0" dirty="0">
              <a:ln>
                <a:noFill/>
              </a:ln>
              <a:solidFill>
                <a:prstClr val="black"/>
              </a:solidFill>
              <a:effectLst/>
              <a:uLnTx/>
              <a:uFillTx/>
              <a:latin typeface="Raleway" panose="020B0503030101060003" pitchFamily="34" charset="0"/>
              <a:ea typeface="+mj-ea"/>
              <a:cs typeface="+mj-cs"/>
            </a:endParaRPr>
          </a:p>
        </p:txBody>
      </p:sp>
      <p:sp>
        <p:nvSpPr>
          <p:cNvPr id="37" name="Title 3">
            <a:extLst>
              <a:ext uri="{FF2B5EF4-FFF2-40B4-BE49-F238E27FC236}">
                <a16:creationId xmlns:a16="http://schemas.microsoft.com/office/drawing/2014/main" id="{1BE303B8-E5B7-4471-90EA-39B5C8221E45}"/>
              </a:ext>
            </a:extLst>
          </p:cNvPr>
          <p:cNvSpPr txBox="1">
            <a:spLocks/>
          </p:cNvSpPr>
          <p:nvPr/>
        </p:nvSpPr>
        <p:spPr>
          <a:xfrm>
            <a:off x="8724299" y="2880224"/>
            <a:ext cx="2690352" cy="737171"/>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defRPr/>
            </a:pPr>
            <a:r>
              <a:rPr lang="en-GB" sz="2000" b="1" dirty="0">
                <a:solidFill>
                  <a:prstClr val="black"/>
                </a:solidFill>
                <a:latin typeface="Raleway" panose="020B0503030101060003" pitchFamily="34" charset="0"/>
              </a:rPr>
              <a:t>10 µF Capacitor</a:t>
            </a:r>
            <a:endParaRPr kumimoji="0" lang="en-GB" sz="2000" b="1" i="0" u="none" strike="noStrike" kern="1200" cap="none" spc="0" normalizeH="0" baseline="0" noProof="0" dirty="0">
              <a:ln>
                <a:noFill/>
              </a:ln>
              <a:solidFill>
                <a:prstClr val="black"/>
              </a:solidFill>
              <a:effectLst/>
              <a:uLnTx/>
              <a:uFillTx/>
              <a:latin typeface="Raleway" panose="020B0503030101060003" pitchFamily="34" charset="0"/>
              <a:ea typeface="+mj-ea"/>
              <a:cs typeface="+mj-cs"/>
            </a:endParaRPr>
          </a:p>
        </p:txBody>
      </p:sp>
      <p:sp>
        <p:nvSpPr>
          <p:cNvPr id="19" name="TextBox 18">
            <a:extLst>
              <a:ext uri="{FF2B5EF4-FFF2-40B4-BE49-F238E27FC236}">
                <a16:creationId xmlns:a16="http://schemas.microsoft.com/office/drawing/2014/main" id="{0A411520-2293-44CA-9F2B-EEB26106A845}"/>
              </a:ext>
            </a:extLst>
          </p:cNvPr>
          <p:cNvSpPr txBox="1"/>
          <p:nvPr/>
        </p:nvSpPr>
        <p:spPr>
          <a:xfrm>
            <a:off x="777349" y="3539629"/>
            <a:ext cx="2677079" cy="923330"/>
          </a:xfrm>
          <a:prstGeom prst="rect">
            <a:avLst/>
          </a:prstGeom>
          <a:noFill/>
          <a:ln>
            <a:noFill/>
          </a:ln>
        </p:spPr>
        <p:txBody>
          <a:bodyPr wrap="square" rtlCol="1">
            <a:spAutoFit/>
          </a:bodyPr>
          <a:lstStyle/>
          <a:p>
            <a:pPr algn="ctr"/>
            <a:r>
              <a:rPr lang="en-US" dirty="0"/>
              <a:t>A compact microcontroller for embedded applications.</a:t>
            </a:r>
            <a:endParaRPr lang="ar-SA" dirty="0"/>
          </a:p>
        </p:txBody>
      </p:sp>
      <p:sp>
        <p:nvSpPr>
          <p:cNvPr id="27" name="TextBox 26">
            <a:extLst>
              <a:ext uri="{FF2B5EF4-FFF2-40B4-BE49-F238E27FC236}">
                <a16:creationId xmlns:a16="http://schemas.microsoft.com/office/drawing/2014/main" id="{915C1803-F114-43DB-859C-2685C09DE5B2}"/>
              </a:ext>
            </a:extLst>
          </p:cNvPr>
          <p:cNvSpPr txBox="1"/>
          <p:nvPr/>
        </p:nvSpPr>
        <p:spPr>
          <a:xfrm>
            <a:off x="4771291" y="3607023"/>
            <a:ext cx="2805350" cy="1200329"/>
          </a:xfrm>
          <a:prstGeom prst="rect">
            <a:avLst/>
          </a:prstGeom>
          <a:noFill/>
          <a:ln>
            <a:noFill/>
          </a:ln>
        </p:spPr>
        <p:txBody>
          <a:bodyPr wrap="square" rtlCol="1">
            <a:spAutoFit/>
          </a:bodyPr>
          <a:lstStyle/>
          <a:p>
            <a:pPr algn="ctr"/>
            <a:r>
              <a:rPr lang="en-US" dirty="0"/>
              <a:t> is a radio transceiver module (SPI protocol) used to send and receive data wirelessly</a:t>
            </a:r>
            <a:endParaRPr lang="ar-SA" dirty="0"/>
          </a:p>
        </p:txBody>
      </p:sp>
      <p:sp>
        <p:nvSpPr>
          <p:cNvPr id="29" name="TextBox 28">
            <a:extLst>
              <a:ext uri="{FF2B5EF4-FFF2-40B4-BE49-F238E27FC236}">
                <a16:creationId xmlns:a16="http://schemas.microsoft.com/office/drawing/2014/main" id="{7CFBF91E-196C-4BF1-957B-6205439822CD}"/>
              </a:ext>
            </a:extLst>
          </p:cNvPr>
          <p:cNvSpPr txBox="1"/>
          <p:nvPr/>
        </p:nvSpPr>
        <p:spPr>
          <a:xfrm>
            <a:off x="8974288" y="3608318"/>
            <a:ext cx="2355087" cy="923330"/>
          </a:xfrm>
          <a:prstGeom prst="rect">
            <a:avLst/>
          </a:prstGeom>
          <a:noFill/>
          <a:ln>
            <a:noFill/>
          </a:ln>
        </p:spPr>
        <p:txBody>
          <a:bodyPr wrap="square" rtlCol="1">
            <a:spAutoFit/>
          </a:bodyPr>
          <a:lstStyle/>
          <a:p>
            <a:pPr algn="ctr"/>
            <a:r>
              <a:rPr lang="en-US" dirty="0"/>
              <a:t>A passive component for energy storage and filtering.</a:t>
            </a:r>
            <a:endParaRPr lang="ar-SA" dirty="0"/>
          </a:p>
        </p:txBody>
      </p:sp>
      <p:pic>
        <p:nvPicPr>
          <p:cNvPr id="5" name="Picture 4">
            <a:extLst>
              <a:ext uri="{FF2B5EF4-FFF2-40B4-BE49-F238E27FC236}">
                <a16:creationId xmlns:a16="http://schemas.microsoft.com/office/drawing/2014/main" id="{793527B0-0402-431A-BD64-1779A78CA9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5634" y="982517"/>
            <a:ext cx="2805350" cy="1957832"/>
          </a:xfrm>
          <a:prstGeom prst="rect">
            <a:avLst/>
          </a:prstGeom>
        </p:spPr>
      </p:pic>
      <p:pic>
        <p:nvPicPr>
          <p:cNvPr id="9" name="Picture 8">
            <a:extLst>
              <a:ext uri="{FF2B5EF4-FFF2-40B4-BE49-F238E27FC236}">
                <a16:creationId xmlns:a16="http://schemas.microsoft.com/office/drawing/2014/main" id="{A8666E95-E7B4-4026-97C9-F33106AD3D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90218" y="1157461"/>
            <a:ext cx="1475353" cy="1475353"/>
          </a:xfrm>
          <a:prstGeom prst="rect">
            <a:avLst/>
          </a:prstGeom>
        </p:spPr>
      </p:pic>
    </p:spTree>
    <p:extLst>
      <p:ext uri="{BB962C8B-B14F-4D97-AF65-F5344CB8AC3E}">
        <p14:creationId xmlns:p14="http://schemas.microsoft.com/office/powerpoint/2010/main" val="157453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6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FBCAEF3-A8A3-4730-B237-17B99D0AAB02}"/>
              </a:ext>
            </a:extLst>
          </p:cNvPr>
          <p:cNvSpPr/>
          <p:nvPr/>
        </p:nvSpPr>
        <p:spPr>
          <a:xfrm>
            <a:off x="0" y="43543"/>
            <a:ext cx="12119428" cy="6771203"/>
          </a:xfrm>
          <a:prstGeom prst="rect">
            <a:avLst/>
          </a:prstGeom>
          <a:noFill/>
          <a:ln w="155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69118409-67BC-4FE9-89A1-D035D1DBCEB2}"/>
              </a:ext>
            </a:extLst>
          </p:cNvPr>
          <p:cNvSpPr txBox="1"/>
          <p:nvPr/>
        </p:nvSpPr>
        <p:spPr>
          <a:xfrm>
            <a:off x="253864" y="1221228"/>
            <a:ext cx="4223161" cy="3970318"/>
          </a:xfrm>
          <a:prstGeom prst="rect">
            <a:avLst/>
          </a:prstGeom>
          <a:noFill/>
        </p:spPr>
        <p:txBody>
          <a:bodyPr wrap="square" rtlCol="1">
            <a:spAutoFit/>
          </a:bodyPr>
          <a:lstStyle/>
          <a:p>
            <a:pPr marL="342900" indent="-342900">
              <a:buFont typeface="+mj-lt"/>
              <a:buAutoNum type="arabicPeriod"/>
            </a:pPr>
            <a:r>
              <a:rPr lang="en-US" b="1" dirty="0"/>
              <a:t>Raspberry Pi Pico</a:t>
            </a:r>
            <a:r>
              <a:rPr lang="en-US" dirty="0"/>
              <a:t>: the central control unit that runs the SSH server for secure remote communication with the phone.</a:t>
            </a:r>
          </a:p>
          <a:p>
            <a:pPr marL="342900" indent="-342900">
              <a:buFont typeface="+mj-lt"/>
              <a:buAutoNum type="arabicPeriod"/>
            </a:pPr>
            <a:r>
              <a:rPr lang="en-US" b="1" dirty="0"/>
              <a:t>Phone</a:t>
            </a:r>
            <a:r>
              <a:rPr lang="en-US" dirty="0"/>
              <a:t>: The user interface for the system, allowing you to connect to the Raspberry Pi Pico via SSH to send commands securely.</a:t>
            </a:r>
          </a:p>
          <a:p>
            <a:pPr marL="342900" indent="-342900">
              <a:buFont typeface="+mj-lt"/>
              <a:buAutoNum type="arabicPeriod"/>
            </a:pPr>
            <a:r>
              <a:rPr lang="en-US" b="1" dirty="0"/>
              <a:t>NRF24L01 Module</a:t>
            </a:r>
            <a:r>
              <a:rPr lang="en-US" dirty="0"/>
              <a:t>: This is the wireless transceiver connected to the Raspberry Pi Pico that sends and receives messages wirelessly to another NRF24L01-equipped device within the range.</a:t>
            </a:r>
          </a:p>
        </p:txBody>
      </p:sp>
      <p:pic>
        <p:nvPicPr>
          <p:cNvPr id="5" name="Picture 4">
            <a:extLst>
              <a:ext uri="{FF2B5EF4-FFF2-40B4-BE49-F238E27FC236}">
                <a16:creationId xmlns:a16="http://schemas.microsoft.com/office/drawing/2014/main" id="{D4D0EFC5-EE8A-4E05-890A-8D2C9A670B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0889" y="948040"/>
            <a:ext cx="6413800" cy="3607763"/>
          </a:xfrm>
          <a:prstGeom prst="rect">
            <a:avLst/>
          </a:prstGeom>
        </p:spPr>
      </p:pic>
      <p:sp>
        <p:nvSpPr>
          <p:cNvPr id="20" name="Text Placeholder 6">
            <a:extLst>
              <a:ext uri="{FF2B5EF4-FFF2-40B4-BE49-F238E27FC236}">
                <a16:creationId xmlns:a16="http://schemas.microsoft.com/office/drawing/2014/main" id="{5FEC05B3-182F-43F4-A8A4-DB368878A878}"/>
              </a:ext>
            </a:extLst>
          </p:cNvPr>
          <p:cNvSpPr txBox="1">
            <a:spLocks/>
          </p:cNvSpPr>
          <p:nvPr/>
        </p:nvSpPr>
        <p:spPr>
          <a:xfrm>
            <a:off x="4813001" y="4768266"/>
            <a:ext cx="6607668" cy="586054"/>
          </a:xfrm>
          <a:prstGeom prst="rect">
            <a:avLst/>
          </a:prstGeom>
          <a:ln w="38100">
            <a:solidFill>
              <a:srgbClr val="CC1629"/>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dirty="0"/>
              <a:t>Integrated Radio Frequency Communication </a:t>
            </a:r>
          </a:p>
        </p:txBody>
      </p:sp>
      <p:pic>
        <p:nvPicPr>
          <p:cNvPr id="12" name="Picture 11">
            <a:extLst>
              <a:ext uri="{FF2B5EF4-FFF2-40B4-BE49-F238E27FC236}">
                <a16:creationId xmlns:a16="http://schemas.microsoft.com/office/drawing/2014/main" id="{550730D8-BE38-4DE1-BCE1-587395054760}"/>
              </a:ext>
            </a:extLst>
          </p:cNvPr>
          <p:cNvPicPr>
            <a:picLocks noChangeAspect="1"/>
          </p:cNvPicPr>
          <p:nvPr/>
        </p:nvPicPr>
        <p:blipFill rotWithShape="1">
          <a:blip r:embed="rId3">
            <a:extLst>
              <a:ext uri="{28A0092B-C50C-407E-A947-70E740481C1C}">
                <a14:useLocalDpi xmlns:a14="http://schemas.microsoft.com/office/drawing/2010/main" val="0"/>
              </a:ext>
            </a:extLst>
          </a:blip>
          <a:srcRect l="26776" t="12105" r="31977" b="13636"/>
          <a:stretch/>
        </p:blipFill>
        <p:spPr>
          <a:xfrm>
            <a:off x="9710267" y="857497"/>
            <a:ext cx="873891" cy="1133863"/>
          </a:xfrm>
          <a:prstGeom prst="rect">
            <a:avLst/>
          </a:prstGeom>
        </p:spPr>
      </p:pic>
      <p:sp>
        <p:nvSpPr>
          <p:cNvPr id="13" name="Rectangle 12">
            <a:extLst>
              <a:ext uri="{FF2B5EF4-FFF2-40B4-BE49-F238E27FC236}">
                <a16:creationId xmlns:a16="http://schemas.microsoft.com/office/drawing/2014/main" id="{D35877C5-97B8-46E9-9C25-3E9B3FE878E5}"/>
              </a:ext>
            </a:extLst>
          </p:cNvPr>
          <p:cNvSpPr/>
          <p:nvPr/>
        </p:nvSpPr>
        <p:spPr>
          <a:xfrm>
            <a:off x="5151120" y="5362109"/>
            <a:ext cx="6096000" cy="646331"/>
          </a:xfrm>
          <a:prstGeom prst="rect">
            <a:avLst/>
          </a:prstGeom>
        </p:spPr>
        <p:txBody>
          <a:bodyPr>
            <a:spAutoFit/>
          </a:bodyPr>
          <a:lstStyle/>
          <a:p>
            <a:r>
              <a:rPr lang="en-US" dirty="0"/>
              <a:t>For a project that connects a phone to a Raspberry Pi Pico using SSH and sends messages through the NRF24L01 module</a:t>
            </a:r>
            <a:endParaRPr lang="ar-SA" dirty="0"/>
          </a:p>
        </p:txBody>
      </p:sp>
      <p:sp>
        <p:nvSpPr>
          <p:cNvPr id="25" name="Oval 24">
            <a:extLst>
              <a:ext uri="{FF2B5EF4-FFF2-40B4-BE49-F238E27FC236}">
                <a16:creationId xmlns:a16="http://schemas.microsoft.com/office/drawing/2014/main" id="{DE1E7B6C-D796-4A19-9490-A512B7B1984F}"/>
              </a:ext>
            </a:extLst>
          </p:cNvPr>
          <p:cNvSpPr/>
          <p:nvPr/>
        </p:nvSpPr>
        <p:spPr>
          <a:xfrm>
            <a:off x="7775229" y="3558372"/>
            <a:ext cx="162560" cy="2032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t>1</a:t>
            </a:r>
          </a:p>
        </p:txBody>
      </p:sp>
      <p:sp>
        <p:nvSpPr>
          <p:cNvPr id="26" name="Oval 25">
            <a:extLst>
              <a:ext uri="{FF2B5EF4-FFF2-40B4-BE49-F238E27FC236}">
                <a16:creationId xmlns:a16="http://schemas.microsoft.com/office/drawing/2014/main" id="{C1900656-2DEA-4BEF-B932-A2BD943A9592}"/>
              </a:ext>
            </a:extLst>
          </p:cNvPr>
          <p:cNvSpPr/>
          <p:nvPr/>
        </p:nvSpPr>
        <p:spPr>
          <a:xfrm>
            <a:off x="10584158" y="1221228"/>
            <a:ext cx="162560" cy="2032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t>2</a:t>
            </a:r>
          </a:p>
        </p:txBody>
      </p:sp>
    </p:spTree>
    <p:extLst>
      <p:ext uri="{BB962C8B-B14F-4D97-AF65-F5344CB8AC3E}">
        <p14:creationId xmlns:p14="http://schemas.microsoft.com/office/powerpoint/2010/main" val="159443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6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28A68D4B-4A72-47A0-8480-B7F7948C9979}"/>
              </a:ext>
            </a:extLst>
          </p:cNvPr>
          <p:cNvSpPr/>
          <p:nvPr/>
        </p:nvSpPr>
        <p:spPr>
          <a:xfrm>
            <a:off x="0" y="43543"/>
            <a:ext cx="12119428" cy="6771203"/>
          </a:xfrm>
          <a:prstGeom prst="rect">
            <a:avLst/>
          </a:prstGeom>
          <a:noFill/>
          <a:ln w="155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44952C0-8327-401C-82D7-16A9ACE2CA0A}"/>
              </a:ext>
            </a:extLst>
          </p:cNvPr>
          <p:cNvSpPr txBox="1"/>
          <p:nvPr/>
        </p:nvSpPr>
        <p:spPr>
          <a:xfrm>
            <a:off x="2806215" y="402671"/>
            <a:ext cx="6482080" cy="707886"/>
          </a:xfrm>
          <a:prstGeom prst="rect">
            <a:avLst/>
          </a:prstGeom>
          <a:noFill/>
        </p:spPr>
        <p:txBody>
          <a:bodyPr wrap="square" rtlCol="1">
            <a:spAutoFit/>
          </a:bodyPr>
          <a:lstStyle/>
          <a:p>
            <a:pPr algn="ctr"/>
            <a:r>
              <a:rPr lang="en-US" sz="4000" b="1" dirty="0">
                <a:latin typeface="Raleway" panose="020B0503030101060003" pitchFamily="34" charset="0"/>
              </a:rPr>
              <a:t>Advantage </a:t>
            </a:r>
            <a:endParaRPr lang="ar-SA" sz="4000" b="1" dirty="0">
              <a:latin typeface="Raleway" panose="020B0503030101060003" pitchFamily="34" charset="0"/>
            </a:endParaRPr>
          </a:p>
        </p:txBody>
      </p:sp>
      <p:sp>
        <p:nvSpPr>
          <p:cNvPr id="5" name="Rectangle 1">
            <a:extLst>
              <a:ext uri="{FF2B5EF4-FFF2-40B4-BE49-F238E27FC236}">
                <a16:creationId xmlns:a16="http://schemas.microsoft.com/office/drawing/2014/main" id="{D06599C1-CD8F-4DFE-A741-36AC45458992}"/>
              </a:ext>
            </a:extLst>
          </p:cNvPr>
          <p:cNvSpPr>
            <a:spLocks noChangeArrowheads="1"/>
          </p:cNvSpPr>
          <p:nvPr/>
        </p:nvSpPr>
        <p:spPr bwMode="auto">
          <a:xfrm>
            <a:off x="286385" y="3208040"/>
            <a:ext cx="65" cy="631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ar-SA" altLang="ar-SA" sz="1400" b="0" i="0" u="none" strike="noStrike" cap="none" normalizeH="0" baseline="0" dirty="0">
              <a:ln>
                <a:noFill/>
              </a:ln>
              <a:solidFill>
                <a:schemeClr val="tx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ar-SA" altLang="ar-SA" sz="1400" b="0" i="0" u="none" strike="noStrike" cap="none" normalizeH="0" baseline="0" dirty="0">
              <a:ln>
                <a:noFill/>
              </a:ln>
              <a:solidFill>
                <a:schemeClr val="tx1"/>
              </a:solidFill>
              <a:effectLst/>
              <a:latin typeface="Söhne"/>
            </a:endParaRPr>
          </a:p>
        </p:txBody>
      </p:sp>
      <p:sp>
        <p:nvSpPr>
          <p:cNvPr id="6" name="AutoShape 2" descr="User">
            <a:extLst>
              <a:ext uri="{FF2B5EF4-FFF2-40B4-BE49-F238E27FC236}">
                <a16:creationId xmlns:a16="http://schemas.microsoft.com/office/drawing/2014/main" id="{3850CA1F-8ED6-4789-9A49-30001D6033E2}"/>
              </a:ext>
            </a:extLst>
          </p:cNvPr>
          <p:cNvSpPr>
            <a:spLocks noChangeAspect="1" noChangeArrowheads="1"/>
          </p:cNvSpPr>
          <p:nvPr/>
        </p:nvSpPr>
        <p:spPr bwMode="auto">
          <a:xfrm>
            <a:off x="34925" y="-388938"/>
            <a:ext cx="342900" cy="3429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ar-SA"/>
          </a:p>
        </p:txBody>
      </p:sp>
      <p:sp>
        <p:nvSpPr>
          <p:cNvPr id="7" name="Rectangle 6">
            <a:extLst>
              <a:ext uri="{FF2B5EF4-FFF2-40B4-BE49-F238E27FC236}">
                <a16:creationId xmlns:a16="http://schemas.microsoft.com/office/drawing/2014/main" id="{4FB10CEE-D08E-4209-AF4F-A6AA3FCA1034}"/>
              </a:ext>
            </a:extLst>
          </p:cNvPr>
          <p:cNvSpPr/>
          <p:nvPr/>
        </p:nvSpPr>
        <p:spPr>
          <a:xfrm>
            <a:off x="497639" y="1110557"/>
            <a:ext cx="9814363" cy="5078313"/>
          </a:xfrm>
          <a:prstGeom prst="rect">
            <a:avLst/>
          </a:prstGeom>
        </p:spPr>
        <p:txBody>
          <a:bodyPr wrap="square">
            <a:spAutoFit/>
          </a:bodyPr>
          <a:lstStyle/>
          <a:p>
            <a:r>
              <a:rPr lang="en-US" b="1" dirty="0"/>
              <a:t>Security</a:t>
            </a:r>
            <a:r>
              <a:rPr lang="en-US" dirty="0"/>
              <a:t>: SSH provides a secure channel for communication, ensuring that data transmitted is encrypted and protected from unauthorized access.</a:t>
            </a:r>
          </a:p>
          <a:p>
            <a:r>
              <a:rPr lang="en-US" b="1" dirty="0"/>
              <a:t>Wireless Communication</a:t>
            </a:r>
            <a:r>
              <a:rPr lang="en-US" dirty="0"/>
              <a:t>: The NRF24L01 module facilitates wireless data transmission, eliminating the need for physical wires and enabling easy deployment in various locations without the need of any external network.</a:t>
            </a:r>
            <a:endParaRPr lang="en-US" b="1" dirty="0"/>
          </a:p>
          <a:p>
            <a:r>
              <a:rPr lang="en-US" b="1" dirty="0"/>
              <a:t>Rapid Emergency Alerts</a:t>
            </a:r>
            <a:r>
              <a:rPr lang="en-US" dirty="0"/>
              <a:t>: The system can quickly send an SMS with the user's location to emergency services, reducing response times.</a:t>
            </a:r>
          </a:p>
          <a:p>
            <a:r>
              <a:rPr lang="en-US" b="1" dirty="0"/>
              <a:t>Autonomous Operation</a:t>
            </a:r>
            <a:r>
              <a:rPr lang="en-US" dirty="0"/>
              <a:t>: With the push of a button, the system autonomously sends out the location without needing further user interaction, which is crucial if the user is incapacitated.</a:t>
            </a:r>
          </a:p>
          <a:p>
            <a:r>
              <a:rPr lang="en-US" b="1" dirty="0"/>
              <a:t>Low Power Consumption</a:t>
            </a:r>
            <a:r>
              <a:rPr lang="en-US" dirty="0"/>
              <a:t>: Both the Raspberry Pi Pico and the NRF24L01 are known for their low power consumption, making the system energy efficient and longer-lasting, especially when powered by a solar panel system.</a:t>
            </a:r>
          </a:p>
          <a:p>
            <a:r>
              <a:rPr lang="en-US" b="1" dirty="0"/>
              <a:t>Portability</a:t>
            </a:r>
            <a:r>
              <a:rPr lang="en-US" dirty="0"/>
              <a:t>: The compact size of the components makes the system portable and easy to integrate into different environments or for personal use.</a:t>
            </a:r>
          </a:p>
          <a:p>
            <a:r>
              <a:rPr lang="en-US" b="1" dirty="0"/>
              <a:t>Affordability</a:t>
            </a:r>
            <a:r>
              <a:rPr lang="en-US" dirty="0"/>
              <a:t>: The components used are widely available and cost-effective, making this a viable solution even with budget constraints.</a:t>
            </a:r>
          </a:p>
          <a:p>
            <a:r>
              <a:rPr lang="en-US" b="1" dirty="0"/>
              <a:t>Open-source Technology</a:t>
            </a:r>
            <a:r>
              <a:rPr lang="en-US" dirty="0"/>
              <a:t>: Utilizing open-source platforms like Arduino and Raspberry Pi Pico allows for a vast community support and resource sharing.</a:t>
            </a:r>
            <a:endParaRPr lang="en-US" b="0" i="0" dirty="0">
              <a:effectLst/>
            </a:endParaRPr>
          </a:p>
        </p:txBody>
      </p:sp>
      <p:pic>
        <p:nvPicPr>
          <p:cNvPr id="72" name="Picture 71">
            <a:extLst>
              <a:ext uri="{FF2B5EF4-FFF2-40B4-BE49-F238E27FC236}">
                <a16:creationId xmlns:a16="http://schemas.microsoft.com/office/drawing/2014/main" id="{FE59BE13-8BA6-4394-B050-789A98774C4C}"/>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37710" t="26354" r="37475" b="26708"/>
          <a:stretch/>
        </p:blipFill>
        <p:spPr>
          <a:xfrm>
            <a:off x="10518727" y="1093382"/>
            <a:ext cx="1341121" cy="1427480"/>
          </a:xfrm>
          <a:prstGeom prst="rect">
            <a:avLst/>
          </a:prstGeom>
        </p:spPr>
      </p:pic>
      <p:pic>
        <p:nvPicPr>
          <p:cNvPr id="88" name="Picture 87">
            <a:extLst>
              <a:ext uri="{FF2B5EF4-FFF2-40B4-BE49-F238E27FC236}">
                <a16:creationId xmlns:a16="http://schemas.microsoft.com/office/drawing/2014/main" id="{878611BF-C80C-497D-9989-BE90FEE29E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12861" y="3032280"/>
            <a:ext cx="1152855" cy="1152855"/>
          </a:xfrm>
          <a:prstGeom prst="rect">
            <a:avLst/>
          </a:prstGeom>
        </p:spPr>
      </p:pic>
      <p:pic>
        <p:nvPicPr>
          <p:cNvPr id="90" name="Picture 89">
            <a:extLst>
              <a:ext uri="{FF2B5EF4-FFF2-40B4-BE49-F238E27FC236}">
                <a16:creationId xmlns:a16="http://schemas.microsoft.com/office/drawing/2014/main" id="{7C0C1CF1-8FAF-43D3-8F57-61EB0FB54A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23591" y="4696553"/>
            <a:ext cx="1193495" cy="1193495"/>
          </a:xfrm>
          <a:prstGeom prst="rect">
            <a:avLst/>
          </a:prstGeom>
        </p:spPr>
      </p:pic>
      <p:pic>
        <p:nvPicPr>
          <p:cNvPr id="100" name="Picture 99">
            <a:extLst>
              <a:ext uri="{FF2B5EF4-FFF2-40B4-BE49-F238E27FC236}">
                <a16:creationId xmlns:a16="http://schemas.microsoft.com/office/drawing/2014/main" id="{071B67E3-2AFB-483C-9176-ADC60BB17954}"/>
              </a:ext>
            </a:extLst>
          </p:cNvPr>
          <p:cNvPicPr>
            <a:picLocks noChangeAspect="1"/>
          </p:cNvPicPr>
          <p:nvPr/>
        </p:nvPicPr>
        <p:blipFill>
          <a:blip r:embed="rId6"/>
          <a:stretch>
            <a:fillRect/>
          </a:stretch>
        </p:blipFill>
        <p:spPr>
          <a:xfrm>
            <a:off x="2357022" y="169418"/>
            <a:ext cx="2255716" cy="774259"/>
          </a:xfrm>
          <a:prstGeom prst="rect">
            <a:avLst/>
          </a:prstGeom>
        </p:spPr>
      </p:pic>
      <p:pic>
        <p:nvPicPr>
          <p:cNvPr id="101" name="Picture 100">
            <a:extLst>
              <a:ext uri="{FF2B5EF4-FFF2-40B4-BE49-F238E27FC236}">
                <a16:creationId xmlns:a16="http://schemas.microsoft.com/office/drawing/2014/main" id="{76137A6B-6DE2-453D-B8FD-9E41458A5D5F}"/>
              </a:ext>
            </a:extLst>
          </p:cNvPr>
          <p:cNvPicPr>
            <a:picLocks noChangeAspect="1"/>
          </p:cNvPicPr>
          <p:nvPr/>
        </p:nvPicPr>
        <p:blipFill>
          <a:blip r:embed="rId6"/>
          <a:stretch>
            <a:fillRect/>
          </a:stretch>
        </p:blipFill>
        <p:spPr>
          <a:xfrm flipH="1">
            <a:off x="7376258" y="169417"/>
            <a:ext cx="2255716" cy="774259"/>
          </a:xfrm>
          <a:prstGeom prst="rect">
            <a:avLst/>
          </a:prstGeom>
        </p:spPr>
      </p:pic>
    </p:spTree>
    <p:extLst>
      <p:ext uri="{BB962C8B-B14F-4D97-AF65-F5344CB8AC3E}">
        <p14:creationId xmlns:p14="http://schemas.microsoft.com/office/powerpoint/2010/main" val="127227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6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20CF9-2408-4989-B91C-8FFA83AC68F8}"/>
              </a:ext>
            </a:extLst>
          </p:cNvPr>
          <p:cNvSpPr>
            <a:spLocks noGrp="1"/>
          </p:cNvSpPr>
          <p:nvPr>
            <p:ph type="title"/>
          </p:nvPr>
        </p:nvSpPr>
        <p:spPr>
          <a:xfrm>
            <a:off x="3577069" y="809024"/>
            <a:ext cx="5037862" cy="957464"/>
          </a:xfrm>
        </p:spPr>
        <p:txBody>
          <a:bodyPr>
            <a:normAutofit/>
          </a:bodyPr>
          <a:lstStyle/>
          <a:p>
            <a:pPr algn="ctr"/>
            <a:r>
              <a:rPr lang="en-GB" sz="5400" b="1" dirty="0">
                <a:latin typeface="Raleway" panose="020B0503030101060003" pitchFamily="34" charset="0"/>
                <a:cs typeface="Raavi" panose="020B0502040204020203" pitchFamily="34" charset="0"/>
              </a:rPr>
              <a:t>Conclusion</a:t>
            </a:r>
          </a:p>
        </p:txBody>
      </p:sp>
      <p:sp>
        <p:nvSpPr>
          <p:cNvPr id="5" name="Rectangle 4">
            <a:extLst>
              <a:ext uri="{FF2B5EF4-FFF2-40B4-BE49-F238E27FC236}">
                <a16:creationId xmlns:a16="http://schemas.microsoft.com/office/drawing/2014/main" id="{79A0D78C-3642-425E-A25F-CE7A59BF237C}"/>
              </a:ext>
            </a:extLst>
          </p:cNvPr>
          <p:cNvSpPr/>
          <p:nvPr/>
        </p:nvSpPr>
        <p:spPr>
          <a:xfrm rot="16200000">
            <a:off x="11405597" y="1318618"/>
            <a:ext cx="1296000" cy="276812"/>
          </a:xfrm>
          <a:prstGeom prst="rect">
            <a:avLst/>
          </a:prstGeom>
          <a:solidFill>
            <a:srgbClr val="007C38"/>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F3E9DB79-6EDD-4FC3-B838-096B2B7814FA}"/>
              </a:ext>
            </a:extLst>
          </p:cNvPr>
          <p:cNvSpPr/>
          <p:nvPr/>
        </p:nvSpPr>
        <p:spPr>
          <a:xfrm>
            <a:off x="10874494" y="6290057"/>
            <a:ext cx="266700" cy="266700"/>
          </a:xfrm>
          <a:prstGeom prst="ellipse">
            <a:avLst/>
          </a:prstGeom>
          <a:solidFill>
            <a:srgbClr val="007C38"/>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43A202A7-A32E-4C89-8CE1-5C1700DCBEB5}"/>
              </a:ext>
            </a:extLst>
          </p:cNvPr>
          <p:cNvSpPr/>
          <p:nvPr/>
        </p:nvSpPr>
        <p:spPr>
          <a:xfrm>
            <a:off x="11243780" y="6290057"/>
            <a:ext cx="266700" cy="266700"/>
          </a:xfrm>
          <a:prstGeom prst="ellipse">
            <a:avLst/>
          </a:prstGeom>
          <a:solidFill>
            <a:srgbClr val="007C38"/>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C2F55F34-1111-43EC-A1C9-ACA7284EFA08}"/>
              </a:ext>
            </a:extLst>
          </p:cNvPr>
          <p:cNvSpPr/>
          <p:nvPr/>
        </p:nvSpPr>
        <p:spPr>
          <a:xfrm>
            <a:off x="11608122" y="6290057"/>
            <a:ext cx="266700" cy="266700"/>
          </a:xfrm>
          <a:prstGeom prst="ellipse">
            <a:avLst/>
          </a:prstGeom>
          <a:solidFill>
            <a:srgbClr val="007C38"/>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4FAF8D9-48C3-4C9A-9262-B3EC375010DB}"/>
              </a:ext>
            </a:extLst>
          </p:cNvPr>
          <p:cNvSpPr/>
          <p:nvPr/>
        </p:nvSpPr>
        <p:spPr>
          <a:xfrm>
            <a:off x="0" y="43543"/>
            <a:ext cx="12119428" cy="6771203"/>
          </a:xfrm>
          <a:prstGeom prst="rect">
            <a:avLst/>
          </a:prstGeom>
          <a:noFill/>
          <a:ln w="155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4893B522-9906-4AD5-B3A6-5F1326AF8067}"/>
              </a:ext>
            </a:extLst>
          </p:cNvPr>
          <p:cNvPicPr>
            <a:picLocks noChangeAspect="1"/>
          </p:cNvPicPr>
          <p:nvPr/>
        </p:nvPicPr>
        <p:blipFill>
          <a:blip r:embed="rId2">
            <a:extLst>
              <a:ext uri="{BEBA8EAE-BF5A-486C-A8C5-ECC9F3942E4B}">
                <a14:imgProps xmlns:a14="http://schemas.microsoft.com/office/drawing/2010/main">
                  <a14:imgLayer r:embed="rId3">
                    <a14:imgEffect>
                      <a14:artisticWatercolorSponge/>
                    </a14:imgEffect>
                  </a14:imgLayer>
                </a14:imgProps>
              </a:ext>
              <a:ext uri="{28A0092B-C50C-407E-A947-70E740481C1C}">
                <a14:useLocalDpi xmlns:a14="http://schemas.microsoft.com/office/drawing/2010/main" val="0"/>
              </a:ext>
            </a:extLst>
          </a:blip>
          <a:stretch>
            <a:fillRect/>
          </a:stretch>
        </p:blipFill>
        <p:spPr>
          <a:xfrm>
            <a:off x="317178" y="5831949"/>
            <a:ext cx="1171665" cy="724063"/>
          </a:xfrm>
          <a:prstGeom prst="rect">
            <a:avLst/>
          </a:prstGeom>
        </p:spPr>
      </p:pic>
      <p:pic>
        <p:nvPicPr>
          <p:cNvPr id="6" name="Picture 5">
            <a:extLst>
              <a:ext uri="{FF2B5EF4-FFF2-40B4-BE49-F238E27FC236}">
                <a16:creationId xmlns:a16="http://schemas.microsoft.com/office/drawing/2014/main" id="{82CBC144-9172-4F61-B764-8829E5F585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6460" y="197431"/>
            <a:ext cx="3226156" cy="611593"/>
          </a:xfrm>
          <a:prstGeom prst="rect">
            <a:avLst/>
          </a:prstGeom>
        </p:spPr>
      </p:pic>
      <p:sp>
        <p:nvSpPr>
          <p:cNvPr id="4" name="Rectangle 3">
            <a:extLst>
              <a:ext uri="{FF2B5EF4-FFF2-40B4-BE49-F238E27FC236}">
                <a16:creationId xmlns:a16="http://schemas.microsoft.com/office/drawing/2014/main" id="{A27CBABE-18FF-4331-81C3-DC0C541FE7AD}"/>
              </a:ext>
            </a:extLst>
          </p:cNvPr>
          <p:cNvSpPr/>
          <p:nvPr/>
        </p:nvSpPr>
        <p:spPr>
          <a:xfrm>
            <a:off x="903010" y="2105024"/>
            <a:ext cx="10705112" cy="3170099"/>
          </a:xfrm>
          <a:prstGeom prst="rect">
            <a:avLst/>
          </a:prstGeom>
        </p:spPr>
        <p:txBody>
          <a:bodyPr wrap="square">
            <a:spAutoFit/>
          </a:bodyPr>
          <a:lstStyle/>
          <a:p>
            <a:pPr algn="ctr"/>
            <a:r>
              <a:rPr lang="en-US" sz="2000" dirty="0"/>
              <a:t>In conclusion, our innovative projects, encompassing the NRF communication system and the GPS-based emergency system, stand as powerful tools in the face of Gaza's urgent needs. The NRF system, facilitating secure, wireless communication, can bridge the gap between individuals and essential services, while the GPS-based emergency system ensures rapid deployment of aid by providing precise location data. These systems, powered by sustainable solar energy, are not only cost-effective but also scalable and adaptable to the dynamic challenges faced in Gaza. They represent a beacon of hope, offering a leap forward in medical response and community connectivity. By addressing immediate healthcare crises and fostering clear communication channels, our technologies aim to provide a lifeline to those affected by the ongoing strife, demonstrating the pivotal role of technology in humanitarian efforts.</a:t>
            </a:r>
            <a:endParaRPr lang="ar-SA" sz="2000" dirty="0"/>
          </a:p>
        </p:txBody>
      </p:sp>
    </p:spTree>
    <p:extLst>
      <p:ext uri="{BB962C8B-B14F-4D97-AF65-F5344CB8AC3E}">
        <p14:creationId xmlns:p14="http://schemas.microsoft.com/office/powerpoint/2010/main" val="3482416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50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75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22" presetClass="entr" presetSubtype="8" fill="hold" grpId="0" nodeType="withEffect">
                                  <p:stCondLst>
                                    <p:cond delay="100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6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0" grpId="0" animBg="1"/>
    </p:bldLst>
  </p:timing>
</p:sld>
</file>

<file path=ppt/theme/theme1.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7">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FFF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Office Theme">
  <a:themeElements>
    <a:clrScheme name="Custom 7">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FFF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539</TotalTime>
  <Words>944</Words>
  <Application>Microsoft Office PowerPoint</Application>
  <PresentationFormat>Widescreen</PresentationFormat>
  <Paragraphs>67</Paragraphs>
  <Slides>10</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10</vt:i4>
      </vt:variant>
    </vt:vector>
  </HeadingPairs>
  <TitlesOfParts>
    <vt:vector size="22" baseType="lpstr">
      <vt:lpstr>Abadi</vt:lpstr>
      <vt:lpstr>Aharoni</vt:lpstr>
      <vt:lpstr>Arial</vt:lpstr>
      <vt:lpstr>Calibri</vt:lpstr>
      <vt:lpstr>Calibri Light</vt:lpstr>
      <vt:lpstr>Raavi</vt:lpstr>
      <vt:lpstr>Raleway</vt:lpstr>
      <vt:lpstr>Söhne</vt:lpstr>
      <vt:lpstr>Wingdings</vt:lpstr>
      <vt:lpstr>3_Office Theme</vt:lpstr>
      <vt:lpstr>1_Office Theme</vt:lpstr>
      <vt:lpstr>5_Office Theme</vt:lpstr>
      <vt:lpstr>PowerPoint Presentation</vt:lpstr>
      <vt:lpstr>Presentation  Main Points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 Malhotra</dc:creator>
  <cp:lastModifiedBy>farid laoudi</cp:lastModifiedBy>
  <cp:revision>54</cp:revision>
  <dcterms:created xsi:type="dcterms:W3CDTF">2019-09-14T18:26:40Z</dcterms:created>
  <dcterms:modified xsi:type="dcterms:W3CDTF">2023-11-04T23:26:39Z</dcterms:modified>
</cp:coreProperties>
</file>